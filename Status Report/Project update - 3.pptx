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57" r:id="rId4"/>
    <p:sldId id="258" r:id="rId5"/>
    <p:sldId id="267" r:id="rId6"/>
    <p:sldId id="259" r:id="rId7"/>
    <p:sldId id="260" r:id="rId8"/>
    <p:sldId id="261" r:id="rId9"/>
    <p:sldId id="262" r:id="rId10"/>
    <p:sldId id="264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C7395C1-9015-464C-9ED4-4D70DEA79DDB}" v="4" dt="2026-02-17T13:06:21.3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756" autoAdjust="0"/>
    <p:restoredTop sz="94729"/>
  </p:normalViewPr>
  <p:slideViewPr>
    <p:cSldViewPr snapToGrid="0">
      <p:cViewPr>
        <p:scale>
          <a:sx n="62" d="100"/>
          <a:sy n="62" d="100"/>
        </p:scale>
        <p:origin x="880" y="1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2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8DB01D4-D1C6-444F-89B9-C0866C6E8FB9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5E86950-1D7C-49B5-813E-A1E856EEC706}">
      <dgm:prSet/>
      <dgm:spPr/>
      <dgm:t>
        <a:bodyPr/>
        <a:lstStyle/>
        <a:p>
          <a:r>
            <a:rPr lang="en-GB" b="1" dirty="0"/>
            <a:t>Chosen Model: </a:t>
          </a:r>
          <a:r>
            <a:rPr lang="en-GB" b="1" dirty="0" err="1"/>
            <a:t>EEGNet</a:t>
          </a:r>
          <a:endParaRPr lang="en-US" dirty="0"/>
        </a:p>
      </dgm:t>
    </dgm:pt>
    <dgm:pt modelId="{1C4BC63D-BE19-49EB-99E2-B23CF0ABABC6}" type="parTrans" cxnId="{865B65DF-5FCB-49CE-B2A9-887168827C67}">
      <dgm:prSet/>
      <dgm:spPr/>
      <dgm:t>
        <a:bodyPr/>
        <a:lstStyle/>
        <a:p>
          <a:endParaRPr lang="en-US"/>
        </a:p>
      </dgm:t>
    </dgm:pt>
    <dgm:pt modelId="{A980126B-E107-42B9-8E64-6E06DBFE61C6}" type="sibTrans" cxnId="{865B65DF-5FCB-49CE-B2A9-887168827C67}">
      <dgm:prSet/>
      <dgm:spPr/>
      <dgm:t>
        <a:bodyPr/>
        <a:lstStyle/>
        <a:p>
          <a:endParaRPr lang="en-US"/>
        </a:p>
      </dgm:t>
    </dgm:pt>
    <dgm:pt modelId="{30397A3E-8BF2-4305-812D-C078E33756EE}">
      <dgm:prSet/>
      <dgm:spPr/>
      <dgm:t>
        <a:bodyPr/>
        <a:lstStyle/>
        <a:p>
          <a:r>
            <a:rPr lang="en-GB" b="1"/>
            <a:t>Why EEGNet:</a:t>
          </a:r>
          <a:endParaRPr lang="en-US"/>
        </a:p>
      </dgm:t>
    </dgm:pt>
    <dgm:pt modelId="{6847CB1D-813A-4F4C-A4EF-1284D3B1FA04}" type="parTrans" cxnId="{62BD86A1-34EC-4F16-A3E3-ACCD98F5A305}">
      <dgm:prSet/>
      <dgm:spPr/>
      <dgm:t>
        <a:bodyPr/>
        <a:lstStyle/>
        <a:p>
          <a:endParaRPr lang="en-US"/>
        </a:p>
      </dgm:t>
    </dgm:pt>
    <dgm:pt modelId="{D998E1B0-A072-4B00-8391-0D82CADCCD39}" type="sibTrans" cxnId="{62BD86A1-34EC-4F16-A3E3-ACCD98F5A305}">
      <dgm:prSet/>
      <dgm:spPr/>
      <dgm:t>
        <a:bodyPr/>
        <a:lstStyle/>
        <a:p>
          <a:endParaRPr lang="en-US"/>
        </a:p>
      </dgm:t>
    </dgm:pt>
    <dgm:pt modelId="{F2CFCDF5-C0AF-46D7-B299-DFD0C960269D}">
      <dgm:prSet/>
      <dgm:spPr/>
      <dgm:t>
        <a:bodyPr/>
        <a:lstStyle/>
        <a:p>
          <a:r>
            <a:rPr lang="en-GB" dirty="0"/>
            <a:t>Designed specifically for EEG </a:t>
          </a:r>
          <a:endParaRPr lang="en-US" dirty="0"/>
        </a:p>
      </dgm:t>
    </dgm:pt>
    <dgm:pt modelId="{2DF2A14F-7474-4F3A-A919-A6F9F0344711}" type="parTrans" cxnId="{A82BBDBB-38F1-40FC-8B9C-907A42C386EB}">
      <dgm:prSet/>
      <dgm:spPr/>
      <dgm:t>
        <a:bodyPr/>
        <a:lstStyle/>
        <a:p>
          <a:endParaRPr lang="en-US"/>
        </a:p>
      </dgm:t>
    </dgm:pt>
    <dgm:pt modelId="{252F98CF-09B1-4B23-8D9A-4B9593EC9B4E}" type="sibTrans" cxnId="{A82BBDBB-38F1-40FC-8B9C-907A42C386EB}">
      <dgm:prSet/>
      <dgm:spPr/>
      <dgm:t>
        <a:bodyPr/>
        <a:lstStyle/>
        <a:p>
          <a:endParaRPr lang="en-US"/>
        </a:p>
      </dgm:t>
    </dgm:pt>
    <dgm:pt modelId="{C4F89C3A-9038-4434-9C2B-BD20C86D8095}">
      <dgm:prSet/>
      <dgm:spPr/>
      <dgm:t>
        <a:bodyPr/>
        <a:lstStyle/>
        <a:p>
          <a:r>
            <a:rPr lang="en-GB" dirty="0"/>
            <a:t>Lightweight architecture → lower overfitting risk</a:t>
          </a:r>
          <a:endParaRPr lang="en-US" dirty="0"/>
        </a:p>
      </dgm:t>
    </dgm:pt>
    <dgm:pt modelId="{5C28F627-80FB-4D7C-811B-7FA5EA50DCB1}" type="parTrans" cxnId="{D8570F29-12D6-4378-B797-96F7C1C95874}">
      <dgm:prSet/>
      <dgm:spPr/>
      <dgm:t>
        <a:bodyPr/>
        <a:lstStyle/>
        <a:p>
          <a:endParaRPr lang="en-US"/>
        </a:p>
      </dgm:t>
    </dgm:pt>
    <dgm:pt modelId="{F1DD1F9D-A831-46CB-A064-CAB9148D93B0}" type="sibTrans" cxnId="{D8570F29-12D6-4378-B797-96F7C1C95874}">
      <dgm:prSet/>
      <dgm:spPr/>
      <dgm:t>
        <a:bodyPr/>
        <a:lstStyle/>
        <a:p>
          <a:endParaRPr lang="en-US"/>
        </a:p>
      </dgm:t>
    </dgm:pt>
    <dgm:pt modelId="{4C9B3E92-36B8-4EC2-950D-3D6CABF5D334}">
      <dgm:prSet/>
      <dgm:spPr/>
      <dgm:t>
        <a:bodyPr/>
        <a:lstStyle/>
        <a:p>
          <a:r>
            <a:rPr lang="en-GB" dirty="0"/>
            <a:t>Performs well for clinical EEG tasks</a:t>
          </a:r>
          <a:endParaRPr lang="en-US" dirty="0"/>
        </a:p>
      </dgm:t>
    </dgm:pt>
    <dgm:pt modelId="{2E17C7F5-AD81-4906-8435-7E08DE29D3B3}" type="parTrans" cxnId="{1BC1E23F-F26D-4B6B-BB2E-FBE69F36C016}">
      <dgm:prSet/>
      <dgm:spPr/>
      <dgm:t>
        <a:bodyPr/>
        <a:lstStyle/>
        <a:p>
          <a:endParaRPr lang="en-US"/>
        </a:p>
      </dgm:t>
    </dgm:pt>
    <dgm:pt modelId="{75AFF547-92C4-438D-AE9B-70D65CEB1F1E}" type="sibTrans" cxnId="{1BC1E23F-F26D-4B6B-BB2E-FBE69F36C016}">
      <dgm:prSet/>
      <dgm:spPr/>
      <dgm:t>
        <a:bodyPr/>
        <a:lstStyle/>
        <a:p>
          <a:endParaRPr lang="en-US"/>
        </a:p>
      </dgm:t>
    </dgm:pt>
    <dgm:pt modelId="{75121688-B194-423A-A6F2-7F2054FC433A}">
      <dgm:prSet/>
      <dgm:spPr/>
      <dgm:t>
        <a:bodyPr/>
        <a:lstStyle/>
        <a:p>
          <a:r>
            <a:rPr lang="en-GB" b="1" dirty="0"/>
            <a:t>What </a:t>
          </a:r>
          <a:r>
            <a:rPr lang="en-GB" b="1" dirty="0" err="1"/>
            <a:t>EEGNet</a:t>
          </a:r>
          <a:r>
            <a:rPr lang="en-GB" b="1" dirty="0"/>
            <a:t> learns</a:t>
          </a:r>
          <a:endParaRPr lang="en-US" dirty="0"/>
        </a:p>
      </dgm:t>
    </dgm:pt>
    <dgm:pt modelId="{E94F8511-2079-47CF-A14A-67E7EBDE1D64}" type="parTrans" cxnId="{FBF69075-01F5-4692-B96F-9EEB6F667D35}">
      <dgm:prSet/>
      <dgm:spPr/>
      <dgm:t>
        <a:bodyPr/>
        <a:lstStyle/>
        <a:p>
          <a:endParaRPr lang="en-US"/>
        </a:p>
      </dgm:t>
    </dgm:pt>
    <dgm:pt modelId="{5E6750E4-4F0E-4079-BA61-4A460551775B}" type="sibTrans" cxnId="{FBF69075-01F5-4692-B96F-9EEB6F667D35}">
      <dgm:prSet/>
      <dgm:spPr/>
      <dgm:t>
        <a:bodyPr/>
        <a:lstStyle/>
        <a:p>
          <a:endParaRPr lang="en-US"/>
        </a:p>
      </dgm:t>
    </dgm:pt>
    <dgm:pt modelId="{AE022249-C47B-430C-AE40-D7F97E1D03C4}">
      <dgm:prSet/>
      <dgm:spPr/>
      <dgm:t>
        <a:bodyPr/>
        <a:lstStyle/>
        <a:p>
          <a:r>
            <a:rPr lang="en-GB" b="1"/>
            <a:t>Temporal filters</a:t>
          </a:r>
          <a:r>
            <a:rPr lang="en-GB"/>
            <a:t> → frequency-related EEG patterns (e.g., beta, alpha)</a:t>
          </a:r>
          <a:endParaRPr lang="en-US"/>
        </a:p>
      </dgm:t>
    </dgm:pt>
    <dgm:pt modelId="{5E85C9CB-A7BB-4818-B7DD-289F892FFA25}" type="parTrans" cxnId="{CA6E2997-B951-4BE3-87EC-A027F06F6D82}">
      <dgm:prSet/>
      <dgm:spPr/>
      <dgm:t>
        <a:bodyPr/>
        <a:lstStyle/>
        <a:p>
          <a:endParaRPr lang="en-US"/>
        </a:p>
      </dgm:t>
    </dgm:pt>
    <dgm:pt modelId="{39E9ADD5-8235-4FA4-BDD9-FEDDFE977CD1}" type="sibTrans" cxnId="{CA6E2997-B951-4BE3-87EC-A027F06F6D82}">
      <dgm:prSet/>
      <dgm:spPr/>
      <dgm:t>
        <a:bodyPr/>
        <a:lstStyle/>
        <a:p>
          <a:endParaRPr lang="en-US"/>
        </a:p>
      </dgm:t>
    </dgm:pt>
    <dgm:pt modelId="{91ADF494-1738-477B-BAB3-6E79E5A41F97}">
      <dgm:prSet/>
      <dgm:spPr/>
      <dgm:t>
        <a:bodyPr/>
        <a:lstStyle/>
        <a:p>
          <a:r>
            <a:rPr lang="en-GB" b="1" dirty="0" err="1"/>
            <a:t>Depthwise</a:t>
          </a:r>
          <a:r>
            <a:rPr lang="en-GB" b="1" dirty="0"/>
            <a:t> spatial filters</a:t>
          </a:r>
          <a:r>
            <a:rPr lang="en-GB" dirty="0"/>
            <a:t> → how channels interact (motor cortex patterns)</a:t>
          </a:r>
          <a:endParaRPr lang="en-US" dirty="0"/>
        </a:p>
      </dgm:t>
    </dgm:pt>
    <dgm:pt modelId="{5665E24E-7F63-490C-8C4D-006EFEDB679B}" type="parTrans" cxnId="{EB10B3A1-B40B-458B-AF42-F546D82740DD}">
      <dgm:prSet/>
      <dgm:spPr/>
      <dgm:t>
        <a:bodyPr/>
        <a:lstStyle/>
        <a:p>
          <a:endParaRPr lang="en-US"/>
        </a:p>
      </dgm:t>
    </dgm:pt>
    <dgm:pt modelId="{D16AADED-7AEC-435A-B285-2FA7C7A6B314}" type="sibTrans" cxnId="{EB10B3A1-B40B-458B-AF42-F546D82740DD}">
      <dgm:prSet/>
      <dgm:spPr/>
      <dgm:t>
        <a:bodyPr/>
        <a:lstStyle/>
        <a:p>
          <a:endParaRPr lang="en-US"/>
        </a:p>
      </dgm:t>
    </dgm:pt>
    <dgm:pt modelId="{968343D4-9513-455F-A757-072544EBB82D}">
      <dgm:prSet/>
      <dgm:spPr/>
      <dgm:t>
        <a:bodyPr/>
        <a:lstStyle/>
        <a:p>
          <a:r>
            <a:rPr lang="en-GB" b="1" dirty="0"/>
            <a:t>Separable convolutions</a:t>
          </a:r>
          <a:r>
            <a:rPr lang="en-GB" dirty="0"/>
            <a:t> → efficient feature learning</a:t>
          </a:r>
          <a:endParaRPr lang="en-US" dirty="0"/>
        </a:p>
      </dgm:t>
    </dgm:pt>
    <dgm:pt modelId="{3F080838-3142-48D6-9733-CF34B31E1B2E}" type="parTrans" cxnId="{F0AD5C13-D719-45E3-B496-45507BD20E37}">
      <dgm:prSet/>
      <dgm:spPr/>
      <dgm:t>
        <a:bodyPr/>
        <a:lstStyle/>
        <a:p>
          <a:endParaRPr lang="en-US"/>
        </a:p>
      </dgm:t>
    </dgm:pt>
    <dgm:pt modelId="{CA5F6EE8-9FF7-41BC-B192-B5766AEC841F}" type="sibTrans" cxnId="{F0AD5C13-D719-45E3-B496-45507BD20E37}">
      <dgm:prSet/>
      <dgm:spPr/>
      <dgm:t>
        <a:bodyPr/>
        <a:lstStyle/>
        <a:p>
          <a:endParaRPr lang="en-US"/>
        </a:p>
      </dgm:t>
    </dgm:pt>
    <dgm:pt modelId="{DF16F58A-BFF6-4A38-989F-F6695532B5DF}" type="pres">
      <dgm:prSet presAssocID="{B8DB01D4-D1C6-444F-89B9-C0866C6E8FB9}" presName="vert0" presStyleCnt="0">
        <dgm:presLayoutVars>
          <dgm:dir/>
          <dgm:animOne val="branch"/>
          <dgm:animLvl val="lvl"/>
        </dgm:presLayoutVars>
      </dgm:prSet>
      <dgm:spPr/>
    </dgm:pt>
    <dgm:pt modelId="{D3D0433C-0F95-42E9-9C3C-2BF46ED2E22F}" type="pres">
      <dgm:prSet presAssocID="{F5E86950-1D7C-49B5-813E-A1E856EEC706}" presName="thickLine" presStyleLbl="alignNode1" presStyleIdx="0" presStyleCnt="9"/>
      <dgm:spPr/>
    </dgm:pt>
    <dgm:pt modelId="{AD690C77-E4A0-46E3-A493-D545982FA344}" type="pres">
      <dgm:prSet presAssocID="{F5E86950-1D7C-49B5-813E-A1E856EEC706}" presName="horz1" presStyleCnt="0"/>
      <dgm:spPr/>
    </dgm:pt>
    <dgm:pt modelId="{B1315369-D21A-4302-8379-47682C63CDAD}" type="pres">
      <dgm:prSet presAssocID="{F5E86950-1D7C-49B5-813E-A1E856EEC706}" presName="tx1" presStyleLbl="revTx" presStyleIdx="0" presStyleCnt="9"/>
      <dgm:spPr/>
    </dgm:pt>
    <dgm:pt modelId="{DB10D26E-CEAA-4DAA-A4EC-74F9644A16E8}" type="pres">
      <dgm:prSet presAssocID="{F5E86950-1D7C-49B5-813E-A1E856EEC706}" presName="vert1" presStyleCnt="0"/>
      <dgm:spPr/>
    </dgm:pt>
    <dgm:pt modelId="{F96A6FBE-83B7-4FFF-AFCF-ACDA73C28399}" type="pres">
      <dgm:prSet presAssocID="{30397A3E-8BF2-4305-812D-C078E33756EE}" presName="thickLine" presStyleLbl="alignNode1" presStyleIdx="1" presStyleCnt="9"/>
      <dgm:spPr/>
    </dgm:pt>
    <dgm:pt modelId="{33FE5FFB-418B-4CAC-9774-B7156BA68C17}" type="pres">
      <dgm:prSet presAssocID="{30397A3E-8BF2-4305-812D-C078E33756EE}" presName="horz1" presStyleCnt="0"/>
      <dgm:spPr/>
    </dgm:pt>
    <dgm:pt modelId="{089EE0AF-D8AA-4716-BE10-6A0B2F26B94F}" type="pres">
      <dgm:prSet presAssocID="{30397A3E-8BF2-4305-812D-C078E33756EE}" presName="tx1" presStyleLbl="revTx" presStyleIdx="1" presStyleCnt="9"/>
      <dgm:spPr/>
    </dgm:pt>
    <dgm:pt modelId="{DB6593B0-6F70-4CB4-997B-629256DEF799}" type="pres">
      <dgm:prSet presAssocID="{30397A3E-8BF2-4305-812D-C078E33756EE}" presName="vert1" presStyleCnt="0"/>
      <dgm:spPr/>
    </dgm:pt>
    <dgm:pt modelId="{90756B09-15D9-46D2-9055-33B0ACC4EE9D}" type="pres">
      <dgm:prSet presAssocID="{F2CFCDF5-C0AF-46D7-B299-DFD0C960269D}" presName="thickLine" presStyleLbl="alignNode1" presStyleIdx="2" presStyleCnt="9"/>
      <dgm:spPr/>
    </dgm:pt>
    <dgm:pt modelId="{4AFB7C2F-CFA5-4A72-B818-B64BF6D4A8C6}" type="pres">
      <dgm:prSet presAssocID="{F2CFCDF5-C0AF-46D7-B299-DFD0C960269D}" presName="horz1" presStyleCnt="0"/>
      <dgm:spPr/>
    </dgm:pt>
    <dgm:pt modelId="{6259CCEE-CD91-4158-8092-12FA6303AB6B}" type="pres">
      <dgm:prSet presAssocID="{F2CFCDF5-C0AF-46D7-B299-DFD0C960269D}" presName="tx1" presStyleLbl="revTx" presStyleIdx="2" presStyleCnt="9"/>
      <dgm:spPr/>
    </dgm:pt>
    <dgm:pt modelId="{58E749F9-89D1-4548-924D-DEAE504B3B81}" type="pres">
      <dgm:prSet presAssocID="{F2CFCDF5-C0AF-46D7-B299-DFD0C960269D}" presName="vert1" presStyleCnt="0"/>
      <dgm:spPr/>
    </dgm:pt>
    <dgm:pt modelId="{522C1600-22AF-431D-AA1A-41A047AB94F0}" type="pres">
      <dgm:prSet presAssocID="{C4F89C3A-9038-4434-9C2B-BD20C86D8095}" presName="thickLine" presStyleLbl="alignNode1" presStyleIdx="3" presStyleCnt="9"/>
      <dgm:spPr/>
    </dgm:pt>
    <dgm:pt modelId="{1607A67B-3D2B-4983-ACFA-6D75505D838D}" type="pres">
      <dgm:prSet presAssocID="{C4F89C3A-9038-4434-9C2B-BD20C86D8095}" presName="horz1" presStyleCnt="0"/>
      <dgm:spPr/>
    </dgm:pt>
    <dgm:pt modelId="{B8E4C23C-E3D5-4F04-87F2-76990B141082}" type="pres">
      <dgm:prSet presAssocID="{C4F89C3A-9038-4434-9C2B-BD20C86D8095}" presName="tx1" presStyleLbl="revTx" presStyleIdx="3" presStyleCnt="9"/>
      <dgm:spPr/>
    </dgm:pt>
    <dgm:pt modelId="{02345F81-8820-4552-8574-A11B7EA7E338}" type="pres">
      <dgm:prSet presAssocID="{C4F89C3A-9038-4434-9C2B-BD20C86D8095}" presName="vert1" presStyleCnt="0"/>
      <dgm:spPr/>
    </dgm:pt>
    <dgm:pt modelId="{F716DB81-BA70-408B-8617-72CD82DA6F35}" type="pres">
      <dgm:prSet presAssocID="{4C9B3E92-36B8-4EC2-950D-3D6CABF5D334}" presName="thickLine" presStyleLbl="alignNode1" presStyleIdx="4" presStyleCnt="9"/>
      <dgm:spPr/>
    </dgm:pt>
    <dgm:pt modelId="{3D234017-6A32-4584-98E2-29742ECF29A2}" type="pres">
      <dgm:prSet presAssocID="{4C9B3E92-36B8-4EC2-950D-3D6CABF5D334}" presName="horz1" presStyleCnt="0"/>
      <dgm:spPr/>
    </dgm:pt>
    <dgm:pt modelId="{F5D3C94F-8ADA-40DC-9BB0-785199BAD4B5}" type="pres">
      <dgm:prSet presAssocID="{4C9B3E92-36B8-4EC2-950D-3D6CABF5D334}" presName="tx1" presStyleLbl="revTx" presStyleIdx="4" presStyleCnt="9"/>
      <dgm:spPr/>
    </dgm:pt>
    <dgm:pt modelId="{49AB0F4A-5F61-4486-91B3-B18C802D5380}" type="pres">
      <dgm:prSet presAssocID="{4C9B3E92-36B8-4EC2-950D-3D6CABF5D334}" presName="vert1" presStyleCnt="0"/>
      <dgm:spPr/>
    </dgm:pt>
    <dgm:pt modelId="{725509BE-F5AA-4637-B374-4A3202B7A79D}" type="pres">
      <dgm:prSet presAssocID="{75121688-B194-423A-A6F2-7F2054FC433A}" presName="thickLine" presStyleLbl="alignNode1" presStyleIdx="5" presStyleCnt="9"/>
      <dgm:spPr/>
    </dgm:pt>
    <dgm:pt modelId="{BEA7B8EF-7A9F-47A6-BDE0-ECA12EC1E5AB}" type="pres">
      <dgm:prSet presAssocID="{75121688-B194-423A-A6F2-7F2054FC433A}" presName="horz1" presStyleCnt="0"/>
      <dgm:spPr/>
    </dgm:pt>
    <dgm:pt modelId="{54134BE7-C79E-4E3B-BDEA-D089FC361FC5}" type="pres">
      <dgm:prSet presAssocID="{75121688-B194-423A-A6F2-7F2054FC433A}" presName="tx1" presStyleLbl="revTx" presStyleIdx="5" presStyleCnt="9"/>
      <dgm:spPr/>
    </dgm:pt>
    <dgm:pt modelId="{F0EB1AB9-0676-4D72-9B8E-C79539C671B1}" type="pres">
      <dgm:prSet presAssocID="{75121688-B194-423A-A6F2-7F2054FC433A}" presName="vert1" presStyleCnt="0"/>
      <dgm:spPr/>
    </dgm:pt>
    <dgm:pt modelId="{C0982935-AC3E-4F29-909F-D6D38CD6F442}" type="pres">
      <dgm:prSet presAssocID="{AE022249-C47B-430C-AE40-D7F97E1D03C4}" presName="thickLine" presStyleLbl="alignNode1" presStyleIdx="6" presStyleCnt="9"/>
      <dgm:spPr/>
    </dgm:pt>
    <dgm:pt modelId="{8833CC58-EEB8-4074-9697-12845614FF86}" type="pres">
      <dgm:prSet presAssocID="{AE022249-C47B-430C-AE40-D7F97E1D03C4}" presName="horz1" presStyleCnt="0"/>
      <dgm:spPr/>
    </dgm:pt>
    <dgm:pt modelId="{BA7EB6CD-82E7-4469-BB83-937A23A165C3}" type="pres">
      <dgm:prSet presAssocID="{AE022249-C47B-430C-AE40-D7F97E1D03C4}" presName="tx1" presStyleLbl="revTx" presStyleIdx="6" presStyleCnt="9"/>
      <dgm:spPr/>
    </dgm:pt>
    <dgm:pt modelId="{B7FE394E-A9CC-4E55-A4A1-80EEC25EEEA8}" type="pres">
      <dgm:prSet presAssocID="{AE022249-C47B-430C-AE40-D7F97E1D03C4}" presName="vert1" presStyleCnt="0"/>
      <dgm:spPr/>
    </dgm:pt>
    <dgm:pt modelId="{C582BF6A-9959-4EC6-993F-6CBD833EC8C1}" type="pres">
      <dgm:prSet presAssocID="{91ADF494-1738-477B-BAB3-6E79E5A41F97}" presName="thickLine" presStyleLbl="alignNode1" presStyleIdx="7" presStyleCnt="9"/>
      <dgm:spPr/>
    </dgm:pt>
    <dgm:pt modelId="{CA50C0F6-8EB7-4F3C-9488-A8F2A333F036}" type="pres">
      <dgm:prSet presAssocID="{91ADF494-1738-477B-BAB3-6E79E5A41F97}" presName="horz1" presStyleCnt="0"/>
      <dgm:spPr/>
    </dgm:pt>
    <dgm:pt modelId="{0AFE10C9-836D-490D-88C4-4147246C192B}" type="pres">
      <dgm:prSet presAssocID="{91ADF494-1738-477B-BAB3-6E79E5A41F97}" presName="tx1" presStyleLbl="revTx" presStyleIdx="7" presStyleCnt="9"/>
      <dgm:spPr/>
    </dgm:pt>
    <dgm:pt modelId="{E2DF4E58-062B-40DF-9146-4A3ADE3E72FF}" type="pres">
      <dgm:prSet presAssocID="{91ADF494-1738-477B-BAB3-6E79E5A41F97}" presName="vert1" presStyleCnt="0"/>
      <dgm:spPr/>
    </dgm:pt>
    <dgm:pt modelId="{9072F8CE-02AA-4A0C-AFC1-1AB8F755755D}" type="pres">
      <dgm:prSet presAssocID="{968343D4-9513-455F-A757-072544EBB82D}" presName="thickLine" presStyleLbl="alignNode1" presStyleIdx="8" presStyleCnt="9"/>
      <dgm:spPr/>
    </dgm:pt>
    <dgm:pt modelId="{BAE2EAEA-F8A7-4A69-ABBA-8636734D700F}" type="pres">
      <dgm:prSet presAssocID="{968343D4-9513-455F-A757-072544EBB82D}" presName="horz1" presStyleCnt="0"/>
      <dgm:spPr/>
    </dgm:pt>
    <dgm:pt modelId="{26107E42-1642-4A85-8A4E-42AF42AC13A5}" type="pres">
      <dgm:prSet presAssocID="{968343D4-9513-455F-A757-072544EBB82D}" presName="tx1" presStyleLbl="revTx" presStyleIdx="8" presStyleCnt="9"/>
      <dgm:spPr/>
    </dgm:pt>
    <dgm:pt modelId="{2DEA586D-3C42-4037-BF71-56D060D81CCE}" type="pres">
      <dgm:prSet presAssocID="{968343D4-9513-455F-A757-072544EBB82D}" presName="vert1" presStyleCnt="0"/>
      <dgm:spPr/>
    </dgm:pt>
  </dgm:ptLst>
  <dgm:cxnLst>
    <dgm:cxn modelId="{F0AD5C13-D719-45E3-B496-45507BD20E37}" srcId="{B8DB01D4-D1C6-444F-89B9-C0866C6E8FB9}" destId="{968343D4-9513-455F-A757-072544EBB82D}" srcOrd="8" destOrd="0" parTransId="{3F080838-3142-48D6-9733-CF34B31E1B2E}" sibTransId="{CA5F6EE8-9FF7-41BC-B192-B5766AEC841F}"/>
    <dgm:cxn modelId="{9DC7BD1E-E3CF-43D2-AF0B-7D140B959678}" type="presOf" srcId="{30397A3E-8BF2-4305-812D-C078E33756EE}" destId="{089EE0AF-D8AA-4716-BE10-6A0B2F26B94F}" srcOrd="0" destOrd="0" presId="urn:microsoft.com/office/officeart/2008/layout/LinedList"/>
    <dgm:cxn modelId="{33599923-3C69-40BB-B4AF-562388B771A8}" type="presOf" srcId="{C4F89C3A-9038-4434-9C2B-BD20C86D8095}" destId="{B8E4C23C-E3D5-4F04-87F2-76990B141082}" srcOrd="0" destOrd="0" presId="urn:microsoft.com/office/officeart/2008/layout/LinedList"/>
    <dgm:cxn modelId="{D8570F29-12D6-4378-B797-96F7C1C95874}" srcId="{B8DB01D4-D1C6-444F-89B9-C0866C6E8FB9}" destId="{C4F89C3A-9038-4434-9C2B-BD20C86D8095}" srcOrd="3" destOrd="0" parTransId="{5C28F627-80FB-4D7C-811B-7FA5EA50DCB1}" sibTransId="{F1DD1F9D-A831-46CB-A064-CAB9148D93B0}"/>
    <dgm:cxn modelId="{52ADA929-7A13-4855-8788-6CED1D324841}" type="presOf" srcId="{F5E86950-1D7C-49B5-813E-A1E856EEC706}" destId="{B1315369-D21A-4302-8379-47682C63CDAD}" srcOrd="0" destOrd="0" presId="urn:microsoft.com/office/officeart/2008/layout/LinedList"/>
    <dgm:cxn modelId="{28499E37-3972-475A-A3AF-A8F4B8C85C24}" type="presOf" srcId="{968343D4-9513-455F-A757-072544EBB82D}" destId="{26107E42-1642-4A85-8A4E-42AF42AC13A5}" srcOrd="0" destOrd="0" presId="urn:microsoft.com/office/officeart/2008/layout/LinedList"/>
    <dgm:cxn modelId="{1BC1E23F-F26D-4B6B-BB2E-FBE69F36C016}" srcId="{B8DB01D4-D1C6-444F-89B9-C0866C6E8FB9}" destId="{4C9B3E92-36B8-4EC2-950D-3D6CABF5D334}" srcOrd="4" destOrd="0" parTransId="{2E17C7F5-AD81-4906-8435-7E08DE29D3B3}" sibTransId="{75AFF547-92C4-438D-AE9B-70D65CEB1F1E}"/>
    <dgm:cxn modelId="{FE3F2F42-1E2A-4066-8347-3538297E422C}" type="presOf" srcId="{91ADF494-1738-477B-BAB3-6E79E5A41F97}" destId="{0AFE10C9-836D-490D-88C4-4147246C192B}" srcOrd="0" destOrd="0" presId="urn:microsoft.com/office/officeart/2008/layout/LinedList"/>
    <dgm:cxn modelId="{08C75154-AAF0-4F3B-ACE4-B18CB41AEBB9}" type="presOf" srcId="{B8DB01D4-D1C6-444F-89B9-C0866C6E8FB9}" destId="{DF16F58A-BFF6-4A38-989F-F6695532B5DF}" srcOrd="0" destOrd="0" presId="urn:microsoft.com/office/officeart/2008/layout/LinedList"/>
    <dgm:cxn modelId="{989C8A6D-5317-48B8-A835-88DBC7CDA2FD}" type="presOf" srcId="{F2CFCDF5-C0AF-46D7-B299-DFD0C960269D}" destId="{6259CCEE-CD91-4158-8092-12FA6303AB6B}" srcOrd="0" destOrd="0" presId="urn:microsoft.com/office/officeart/2008/layout/LinedList"/>
    <dgm:cxn modelId="{FBF69075-01F5-4692-B96F-9EEB6F667D35}" srcId="{B8DB01D4-D1C6-444F-89B9-C0866C6E8FB9}" destId="{75121688-B194-423A-A6F2-7F2054FC433A}" srcOrd="5" destOrd="0" parTransId="{E94F8511-2079-47CF-A14A-67E7EBDE1D64}" sibTransId="{5E6750E4-4F0E-4079-BA61-4A460551775B}"/>
    <dgm:cxn modelId="{CA6E2997-B951-4BE3-87EC-A027F06F6D82}" srcId="{B8DB01D4-D1C6-444F-89B9-C0866C6E8FB9}" destId="{AE022249-C47B-430C-AE40-D7F97E1D03C4}" srcOrd="6" destOrd="0" parTransId="{5E85C9CB-A7BB-4818-B7DD-289F892FFA25}" sibTransId="{39E9ADD5-8235-4FA4-BDD9-FEDDFE977CD1}"/>
    <dgm:cxn modelId="{62BD86A1-34EC-4F16-A3E3-ACCD98F5A305}" srcId="{B8DB01D4-D1C6-444F-89B9-C0866C6E8FB9}" destId="{30397A3E-8BF2-4305-812D-C078E33756EE}" srcOrd="1" destOrd="0" parTransId="{6847CB1D-813A-4F4C-A4EF-1284D3B1FA04}" sibTransId="{D998E1B0-A072-4B00-8391-0D82CADCCD39}"/>
    <dgm:cxn modelId="{EB10B3A1-B40B-458B-AF42-F546D82740DD}" srcId="{B8DB01D4-D1C6-444F-89B9-C0866C6E8FB9}" destId="{91ADF494-1738-477B-BAB3-6E79E5A41F97}" srcOrd="7" destOrd="0" parTransId="{5665E24E-7F63-490C-8C4D-006EFEDB679B}" sibTransId="{D16AADED-7AEC-435A-B285-2FA7C7A6B314}"/>
    <dgm:cxn modelId="{A82BBDBB-38F1-40FC-8B9C-907A42C386EB}" srcId="{B8DB01D4-D1C6-444F-89B9-C0866C6E8FB9}" destId="{F2CFCDF5-C0AF-46D7-B299-DFD0C960269D}" srcOrd="2" destOrd="0" parTransId="{2DF2A14F-7474-4F3A-A919-A6F9F0344711}" sibTransId="{252F98CF-09B1-4B23-8D9A-4B9593EC9B4E}"/>
    <dgm:cxn modelId="{865B65DF-5FCB-49CE-B2A9-887168827C67}" srcId="{B8DB01D4-D1C6-444F-89B9-C0866C6E8FB9}" destId="{F5E86950-1D7C-49B5-813E-A1E856EEC706}" srcOrd="0" destOrd="0" parTransId="{1C4BC63D-BE19-49EB-99E2-B23CF0ABABC6}" sibTransId="{A980126B-E107-42B9-8E64-6E06DBFE61C6}"/>
    <dgm:cxn modelId="{0B0DA3E9-C126-49C0-B47B-CE3BDB9FA405}" type="presOf" srcId="{AE022249-C47B-430C-AE40-D7F97E1D03C4}" destId="{BA7EB6CD-82E7-4469-BB83-937A23A165C3}" srcOrd="0" destOrd="0" presId="urn:microsoft.com/office/officeart/2008/layout/LinedList"/>
    <dgm:cxn modelId="{794495F0-64E7-464C-8F68-5FF275C6DC13}" type="presOf" srcId="{75121688-B194-423A-A6F2-7F2054FC433A}" destId="{54134BE7-C79E-4E3B-BDEA-D089FC361FC5}" srcOrd="0" destOrd="0" presId="urn:microsoft.com/office/officeart/2008/layout/LinedList"/>
    <dgm:cxn modelId="{E98963F4-B334-48B8-9BCE-F3941BFB429F}" type="presOf" srcId="{4C9B3E92-36B8-4EC2-950D-3D6CABF5D334}" destId="{F5D3C94F-8ADA-40DC-9BB0-785199BAD4B5}" srcOrd="0" destOrd="0" presId="urn:microsoft.com/office/officeart/2008/layout/LinedList"/>
    <dgm:cxn modelId="{48058938-DE3B-4712-8C98-081F3EE2134D}" type="presParOf" srcId="{DF16F58A-BFF6-4A38-989F-F6695532B5DF}" destId="{D3D0433C-0F95-42E9-9C3C-2BF46ED2E22F}" srcOrd="0" destOrd="0" presId="urn:microsoft.com/office/officeart/2008/layout/LinedList"/>
    <dgm:cxn modelId="{EA73EE4C-C641-49F2-9D34-C9BEB6F99EDF}" type="presParOf" srcId="{DF16F58A-BFF6-4A38-989F-F6695532B5DF}" destId="{AD690C77-E4A0-46E3-A493-D545982FA344}" srcOrd="1" destOrd="0" presId="urn:microsoft.com/office/officeart/2008/layout/LinedList"/>
    <dgm:cxn modelId="{1E3447A6-90B9-4A62-8716-69C1E5B06EDB}" type="presParOf" srcId="{AD690C77-E4A0-46E3-A493-D545982FA344}" destId="{B1315369-D21A-4302-8379-47682C63CDAD}" srcOrd="0" destOrd="0" presId="urn:microsoft.com/office/officeart/2008/layout/LinedList"/>
    <dgm:cxn modelId="{BF3830DD-4A6A-40EE-B3CE-67B452197C14}" type="presParOf" srcId="{AD690C77-E4A0-46E3-A493-D545982FA344}" destId="{DB10D26E-CEAA-4DAA-A4EC-74F9644A16E8}" srcOrd="1" destOrd="0" presId="urn:microsoft.com/office/officeart/2008/layout/LinedList"/>
    <dgm:cxn modelId="{5064C097-A577-4A88-B112-D216B9D7F077}" type="presParOf" srcId="{DF16F58A-BFF6-4A38-989F-F6695532B5DF}" destId="{F96A6FBE-83B7-4FFF-AFCF-ACDA73C28399}" srcOrd="2" destOrd="0" presId="urn:microsoft.com/office/officeart/2008/layout/LinedList"/>
    <dgm:cxn modelId="{1EDBFC20-BFD0-4B0B-915D-32037093F460}" type="presParOf" srcId="{DF16F58A-BFF6-4A38-989F-F6695532B5DF}" destId="{33FE5FFB-418B-4CAC-9774-B7156BA68C17}" srcOrd="3" destOrd="0" presId="urn:microsoft.com/office/officeart/2008/layout/LinedList"/>
    <dgm:cxn modelId="{340C89D6-2595-4D16-8EBB-291D9E39BD19}" type="presParOf" srcId="{33FE5FFB-418B-4CAC-9774-B7156BA68C17}" destId="{089EE0AF-D8AA-4716-BE10-6A0B2F26B94F}" srcOrd="0" destOrd="0" presId="urn:microsoft.com/office/officeart/2008/layout/LinedList"/>
    <dgm:cxn modelId="{35CAE2BC-5097-44CC-A685-9CCF751C5EA5}" type="presParOf" srcId="{33FE5FFB-418B-4CAC-9774-B7156BA68C17}" destId="{DB6593B0-6F70-4CB4-997B-629256DEF799}" srcOrd="1" destOrd="0" presId="urn:microsoft.com/office/officeart/2008/layout/LinedList"/>
    <dgm:cxn modelId="{ED331A76-2EF6-421D-925C-6164EB21E013}" type="presParOf" srcId="{DF16F58A-BFF6-4A38-989F-F6695532B5DF}" destId="{90756B09-15D9-46D2-9055-33B0ACC4EE9D}" srcOrd="4" destOrd="0" presId="urn:microsoft.com/office/officeart/2008/layout/LinedList"/>
    <dgm:cxn modelId="{42920424-585E-46E7-B9A0-9A7A3FDD9153}" type="presParOf" srcId="{DF16F58A-BFF6-4A38-989F-F6695532B5DF}" destId="{4AFB7C2F-CFA5-4A72-B818-B64BF6D4A8C6}" srcOrd="5" destOrd="0" presId="urn:microsoft.com/office/officeart/2008/layout/LinedList"/>
    <dgm:cxn modelId="{2D2F89EF-791E-4835-BAC5-65DCDDE4BFCF}" type="presParOf" srcId="{4AFB7C2F-CFA5-4A72-B818-B64BF6D4A8C6}" destId="{6259CCEE-CD91-4158-8092-12FA6303AB6B}" srcOrd="0" destOrd="0" presId="urn:microsoft.com/office/officeart/2008/layout/LinedList"/>
    <dgm:cxn modelId="{A14A5DA8-98E5-48D4-91F7-B1C07F39C890}" type="presParOf" srcId="{4AFB7C2F-CFA5-4A72-B818-B64BF6D4A8C6}" destId="{58E749F9-89D1-4548-924D-DEAE504B3B81}" srcOrd="1" destOrd="0" presId="urn:microsoft.com/office/officeart/2008/layout/LinedList"/>
    <dgm:cxn modelId="{69ED2930-8CC3-41EC-A4A0-4BDF2E8D8568}" type="presParOf" srcId="{DF16F58A-BFF6-4A38-989F-F6695532B5DF}" destId="{522C1600-22AF-431D-AA1A-41A047AB94F0}" srcOrd="6" destOrd="0" presId="urn:microsoft.com/office/officeart/2008/layout/LinedList"/>
    <dgm:cxn modelId="{67B799C7-BFFF-4AA0-A23D-02A7D27EA267}" type="presParOf" srcId="{DF16F58A-BFF6-4A38-989F-F6695532B5DF}" destId="{1607A67B-3D2B-4983-ACFA-6D75505D838D}" srcOrd="7" destOrd="0" presId="urn:microsoft.com/office/officeart/2008/layout/LinedList"/>
    <dgm:cxn modelId="{A99E3BD4-8518-401A-B3A2-8E7468186CFA}" type="presParOf" srcId="{1607A67B-3D2B-4983-ACFA-6D75505D838D}" destId="{B8E4C23C-E3D5-4F04-87F2-76990B141082}" srcOrd="0" destOrd="0" presId="urn:microsoft.com/office/officeart/2008/layout/LinedList"/>
    <dgm:cxn modelId="{4A67EE1D-B656-4E99-A67F-1AB7F956DADA}" type="presParOf" srcId="{1607A67B-3D2B-4983-ACFA-6D75505D838D}" destId="{02345F81-8820-4552-8574-A11B7EA7E338}" srcOrd="1" destOrd="0" presId="urn:microsoft.com/office/officeart/2008/layout/LinedList"/>
    <dgm:cxn modelId="{FB5751B1-81AA-42B5-A96B-06414427A6BE}" type="presParOf" srcId="{DF16F58A-BFF6-4A38-989F-F6695532B5DF}" destId="{F716DB81-BA70-408B-8617-72CD82DA6F35}" srcOrd="8" destOrd="0" presId="urn:microsoft.com/office/officeart/2008/layout/LinedList"/>
    <dgm:cxn modelId="{F09C6A01-CD4C-4AC0-91CC-032F1B009234}" type="presParOf" srcId="{DF16F58A-BFF6-4A38-989F-F6695532B5DF}" destId="{3D234017-6A32-4584-98E2-29742ECF29A2}" srcOrd="9" destOrd="0" presId="urn:microsoft.com/office/officeart/2008/layout/LinedList"/>
    <dgm:cxn modelId="{527DCF09-B380-4C13-9A26-D08495AF80E5}" type="presParOf" srcId="{3D234017-6A32-4584-98E2-29742ECF29A2}" destId="{F5D3C94F-8ADA-40DC-9BB0-785199BAD4B5}" srcOrd="0" destOrd="0" presId="urn:microsoft.com/office/officeart/2008/layout/LinedList"/>
    <dgm:cxn modelId="{B78A1956-C878-43AD-A427-10FB14835857}" type="presParOf" srcId="{3D234017-6A32-4584-98E2-29742ECF29A2}" destId="{49AB0F4A-5F61-4486-91B3-B18C802D5380}" srcOrd="1" destOrd="0" presId="urn:microsoft.com/office/officeart/2008/layout/LinedList"/>
    <dgm:cxn modelId="{F54DD802-5B9E-41F9-A6DD-14895717B6DA}" type="presParOf" srcId="{DF16F58A-BFF6-4A38-989F-F6695532B5DF}" destId="{725509BE-F5AA-4637-B374-4A3202B7A79D}" srcOrd="10" destOrd="0" presId="urn:microsoft.com/office/officeart/2008/layout/LinedList"/>
    <dgm:cxn modelId="{776EABD6-E8CB-41E6-91D4-CEA4E2A5BC05}" type="presParOf" srcId="{DF16F58A-BFF6-4A38-989F-F6695532B5DF}" destId="{BEA7B8EF-7A9F-47A6-BDE0-ECA12EC1E5AB}" srcOrd="11" destOrd="0" presId="urn:microsoft.com/office/officeart/2008/layout/LinedList"/>
    <dgm:cxn modelId="{D321F11F-FABC-4BCF-95CE-6A13A81AFEA1}" type="presParOf" srcId="{BEA7B8EF-7A9F-47A6-BDE0-ECA12EC1E5AB}" destId="{54134BE7-C79E-4E3B-BDEA-D089FC361FC5}" srcOrd="0" destOrd="0" presId="urn:microsoft.com/office/officeart/2008/layout/LinedList"/>
    <dgm:cxn modelId="{B7A83E96-903E-45C4-99AF-CE8504BD54F0}" type="presParOf" srcId="{BEA7B8EF-7A9F-47A6-BDE0-ECA12EC1E5AB}" destId="{F0EB1AB9-0676-4D72-9B8E-C79539C671B1}" srcOrd="1" destOrd="0" presId="urn:microsoft.com/office/officeart/2008/layout/LinedList"/>
    <dgm:cxn modelId="{1D5E0372-5741-4446-90EA-5410360A442B}" type="presParOf" srcId="{DF16F58A-BFF6-4A38-989F-F6695532B5DF}" destId="{C0982935-AC3E-4F29-909F-D6D38CD6F442}" srcOrd="12" destOrd="0" presId="urn:microsoft.com/office/officeart/2008/layout/LinedList"/>
    <dgm:cxn modelId="{13FF9048-048B-4FD6-85A0-533CC1F4782B}" type="presParOf" srcId="{DF16F58A-BFF6-4A38-989F-F6695532B5DF}" destId="{8833CC58-EEB8-4074-9697-12845614FF86}" srcOrd="13" destOrd="0" presId="urn:microsoft.com/office/officeart/2008/layout/LinedList"/>
    <dgm:cxn modelId="{8A949106-AB1F-4489-B056-3677960B7779}" type="presParOf" srcId="{8833CC58-EEB8-4074-9697-12845614FF86}" destId="{BA7EB6CD-82E7-4469-BB83-937A23A165C3}" srcOrd="0" destOrd="0" presId="urn:microsoft.com/office/officeart/2008/layout/LinedList"/>
    <dgm:cxn modelId="{AABD4A5D-085A-406A-9433-65E045897FBE}" type="presParOf" srcId="{8833CC58-EEB8-4074-9697-12845614FF86}" destId="{B7FE394E-A9CC-4E55-A4A1-80EEC25EEEA8}" srcOrd="1" destOrd="0" presId="urn:microsoft.com/office/officeart/2008/layout/LinedList"/>
    <dgm:cxn modelId="{EA4E3A82-A386-4D27-8AE3-C1232B5F3EED}" type="presParOf" srcId="{DF16F58A-BFF6-4A38-989F-F6695532B5DF}" destId="{C582BF6A-9959-4EC6-993F-6CBD833EC8C1}" srcOrd="14" destOrd="0" presId="urn:microsoft.com/office/officeart/2008/layout/LinedList"/>
    <dgm:cxn modelId="{E1070BC4-FEFE-4590-9493-906FFBE6B280}" type="presParOf" srcId="{DF16F58A-BFF6-4A38-989F-F6695532B5DF}" destId="{CA50C0F6-8EB7-4F3C-9488-A8F2A333F036}" srcOrd="15" destOrd="0" presId="urn:microsoft.com/office/officeart/2008/layout/LinedList"/>
    <dgm:cxn modelId="{187C3983-D4D1-42C0-A1B3-906E53D15748}" type="presParOf" srcId="{CA50C0F6-8EB7-4F3C-9488-A8F2A333F036}" destId="{0AFE10C9-836D-490D-88C4-4147246C192B}" srcOrd="0" destOrd="0" presId="urn:microsoft.com/office/officeart/2008/layout/LinedList"/>
    <dgm:cxn modelId="{097C7CFF-0421-4982-A82C-9810231A5414}" type="presParOf" srcId="{CA50C0F6-8EB7-4F3C-9488-A8F2A333F036}" destId="{E2DF4E58-062B-40DF-9146-4A3ADE3E72FF}" srcOrd="1" destOrd="0" presId="urn:microsoft.com/office/officeart/2008/layout/LinedList"/>
    <dgm:cxn modelId="{3C483807-8BA1-40D0-B38C-A1F964E0FF68}" type="presParOf" srcId="{DF16F58A-BFF6-4A38-989F-F6695532B5DF}" destId="{9072F8CE-02AA-4A0C-AFC1-1AB8F755755D}" srcOrd="16" destOrd="0" presId="urn:microsoft.com/office/officeart/2008/layout/LinedList"/>
    <dgm:cxn modelId="{0F7F1C2C-8080-4AAE-A810-A5F81121FD7B}" type="presParOf" srcId="{DF16F58A-BFF6-4A38-989F-F6695532B5DF}" destId="{BAE2EAEA-F8A7-4A69-ABBA-8636734D700F}" srcOrd="17" destOrd="0" presId="urn:microsoft.com/office/officeart/2008/layout/LinedList"/>
    <dgm:cxn modelId="{F478B2B1-2536-49C4-A0BA-F326011752C0}" type="presParOf" srcId="{BAE2EAEA-F8A7-4A69-ABBA-8636734D700F}" destId="{26107E42-1642-4A85-8A4E-42AF42AC13A5}" srcOrd="0" destOrd="0" presId="urn:microsoft.com/office/officeart/2008/layout/LinedList"/>
    <dgm:cxn modelId="{9B5DCBCA-5F54-4610-B3A3-1F190414E607}" type="presParOf" srcId="{BAE2EAEA-F8A7-4A69-ABBA-8636734D700F}" destId="{2DEA586D-3C42-4037-BF71-56D060D81CC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043CC29-177C-4C36-9D47-34869C6B9FEE}" type="doc">
      <dgm:prSet loTypeId="urn:microsoft.com/office/officeart/2005/8/layout/defaul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BDCC668E-FCB8-4782-8056-4A8E5FE1D311}">
      <dgm:prSet/>
      <dgm:spPr/>
      <dgm:t>
        <a:bodyPr/>
        <a:lstStyle/>
        <a:p>
          <a:r>
            <a:rPr lang="en-GB"/>
            <a:t>Accuracy</a:t>
          </a:r>
          <a:endParaRPr lang="en-US"/>
        </a:p>
      </dgm:t>
    </dgm:pt>
    <dgm:pt modelId="{7A437A84-C087-453F-8E41-7F4A3DA31DEF}" type="parTrans" cxnId="{5F987F60-BECD-4ADC-9872-8C3AB5F86606}">
      <dgm:prSet/>
      <dgm:spPr/>
      <dgm:t>
        <a:bodyPr/>
        <a:lstStyle/>
        <a:p>
          <a:endParaRPr lang="en-US"/>
        </a:p>
      </dgm:t>
    </dgm:pt>
    <dgm:pt modelId="{E38F5631-3186-420B-9892-928AF55A963F}" type="sibTrans" cxnId="{5F987F60-BECD-4ADC-9872-8C3AB5F86606}">
      <dgm:prSet/>
      <dgm:spPr/>
      <dgm:t>
        <a:bodyPr/>
        <a:lstStyle/>
        <a:p>
          <a:endParaRPr lang="en-US"/>
        </a:p>
      </dgm:t>
    </dgm:pt>
    <dgm:pt modelId="{352D0039-1B9D-4716-B270-00B5DEEB3BD0}">
      <dgm:prSet/>
      <dgm:spPr/>
      <dgm:t>
        <a:bodyPr/>
        <a:lstStyle/>
        <a:p>
          <a:r>
            <a:rPr lang="en-GB"/>
            <a:t>Precision</a:t>
          </a:r>
          <a:endParaRPr lang="en-US"/>
        </a:p>
      </dgm:t>
    </dgm:pt>
    <dgm:pt modelId="{97811995-BDB3-476C-8181-3BCF5505B0AA}" type="parTrans" cxnId="{B39D0A28-C9A4-4E54-A3DA-6334F2E40A41}">
      <dgm:prSet/>
      <dgm:spPr/>
      <dgm:t>
        <a:bodyPr/>
        <a:lstStyle/>
        <a:p>
          <a:endParaRPr lang="en-US"/>
        </a:p>
      </dgm:t>
    </dgm:pt>
    <dgm:pt modelId="{FBE6046B-00D3-4E28-9DA9-379B161A5C2C}" type="sibTrans" cxnId="{B39D0A28-C9A4-4E54-A3DA-6334F2E40A41}">
      <dgm:prSet/>
      <dgm:spPr/>
      <dgm:t>
        <a:bodyPr/>
        <a:lstStyle/>
        <a:p>
          <a:endParaRPr lang="en-US"/>
        </a:p>
      </dgm:t>
    </dgm:pt>
    <dgm:pt modelId="{A549C695-2D6E-4238-8673-494CDBB7B3CE}">
      <dgm:prSet/>
      <dgm:spPr/>
      <dgm:t>
        <a:bodyPr/>
        <a:lstStyle/>
        <a:p>
          <a:r>
            <a:rPr lang="en-GB"/>
            <a:t>Recall </a:t>
          </a:r>
          <a:endParaRPr lang="en-US"/>
        </a:p>
      </dgm:t>
    </dgm:pt>
    <dgm:pt modelId="{20A354B2-A363-4F4E-9FE6-42A9BAF2B99C}" type="parTrans" cxnId="{56694CF4-53A9-4C6A-9385-624C479968E6}">
      <dgm:prSet/>
      <dgm:spPr/>
      <dgm:t>
        <a:bodyPr/>
        <a:lstStyle/>
        <a:p>
          <a:endParaRPr lang="en-US"/>
        </a:p>
      </dgm:t>
    </dgm:pt>
    <dgm:pt modelId="{7FEB901A-FE75-45EA-8E74-7EF9F7578FDD}" type="sibTrans" cxnId="{56694CF4-53A9-4C6A-9385-624C479968E6}">
      <dgm:prSet/>
      <dgm:spPr/>
      <dgm:t>
        <a:bodyPr/>
        <a:lstStyle/>
        <a:p>
          <a:endParaRPr lang="en-US"/>
        </a:p>
      </dgm:t>
    </dgm:pt>
    <dgm:pt modelId="{CE438EB9-7301-4C90-864E-85F09095860F}">
      <dgm:prSet/>
      <dgm:spPr/>
      <dgm:t>
        <a:bodyPr/>
        <a:lstStyle/>
        <a:p>
          <a:r>
            <a:rPr lang="en-GB"/>
            <a:t>F1-Score</a:t>
          </a:r>
          <a:endParaRPr lang="en-US"/>
        </a:p>
      </dgm:t>
    </dgm:pt>
    <dgm:pt modelId="{C3B19B6A-9BA1-4D3C-AAE8-2380265736E5}" type="parTrans" cxnId="{C92052A5-CC25-4D5E-A241-05B80998DC7F}">
      <dgm:prSet/>
      <dgm:spPr/>
      <dgm:t>
        <a:bodyPr/>
        <a:lstStyle/>
        <a:p>
          <a:endParaRPr lang="en-US"/>
        </a:p>
      </dgm:t>
    </dgm:pt>
    <dgm:pt modelId="{995E84E2-5FCF-4F8F-B96E-F5B137955041}" type="sibTrans" cxnId="{C92052A5-CC25-4D5E-A241-05B80998DC7F}">
      <dgm:prSet/>
      <dgm:spPr/>
      <dgm:t>
        <a:bodyPr/>
        <a:lstStyle/>
        <a:p>
          <a:endParaRPr lang="en-US"/>
        </a:p>
      </dgm:t>
    </dgm:pt>
    <dgm:pt modelId="{2D3DFAD3-44E6-49F1-A7FF-A9B43CF4F48B}">
      <dgm:prSet/>
      <dgm:spPr/>
      <dgm:t>
        <a:bodyPr/>
        <a:lstStyle/>
        <a:p>
          <a:r>
            <a:rPr lang="en-GB"/>
            <a:t>ROC–AUC</a:t>
          </a:r>
          <a:endParaRPr lang="en-US"/>
        </a:p>
      </dgm:t>
    </dgm:pt>
    <dgm:pt modelId="{60CBE1B1-4958-4F8F-A481-DCA9C689E5CB}" type="parTrans" cxnId="{A3C15250-CE2A-49F7-A05B-9D2B6A079C7D}">
      <dgm:prSet/>
      <dgm:spPr/>
      <dgm:t>
        <a:bodyPr/>
        <a:lstStyle/>
        <a:p>
          <a:endParaRPr lang="en-US"/>
        </a:p>
      </dgm:t>
    </dgm:pt>
    <dgm:pt modelId="{DF8C043A-4355-4FB6-88DB-BA04A823F274}" type="sibTrans" cxnId="{A3C15250-CE2A-49F7-A05B-9D2B6A079C7D}">
      <dgm:prSet/>
      <dgm:spPr/>
      <dgm:t>
        <a:bodyPr/>
        <a:lstStyle/>
        <a:p>
          <a:endParaRPr lang="en-US"/>
        </a:p>
      </dgm:t>
    </dgm:pt>
    <dgm:pt modelId="{E36F4BDC-7E29-4ADA-AF4F-2BDB41B3F3E3}">
      <dgm:prSet/>
      <dgm:spPr/>
      <dgm:t>
        <a:bodyPr/>
        <a:lstStyle/>
        <a:p>
          <a:r>
            <a:rPr lang="en-GB"/>
            <a:t>Confusion Matrix</a:t>
          </a:r>
          <a:endParaRPr lang="en-US"/>
        </a:p>
      </dgm:t>
    </dgm:pt>
    <dgm:pt modelId="{5B0A4D23-9AE8-4A24-91D0-DE6BCCD1C36F}" type="parTrans" cxnId="{07939B11-4CE1-454F-9740-8C189B75330C}">
      <dgm:prSet/>
      <dgm:spPr/>
      <dgm:t>
        <a:bodyPr/>
        <a:lstStyle/>
        <a:p>
          <a:endParaRPr lang="en-US"/>
        </a:p>
      </dgm:t>
    </dgm:pt>
    <dgm:pt modelId="{C46FF475-CA13-4E31-9530-7D6954A885BD}" type="sibTrans" cxnId="{07939B11-4CE1-454F-9740-8C189B75330C}">
      <dgm:prSet/>
      <dgm:spPr/>
      <dgm:t>
        <a:bodyPr/>
        <a:lstStyle/>
        <a:p>
          <a:endParaRPr lang="en-US"/>
        </a:p>
      </dgm:t>
    </dgm:pt>
    <dgm:pt modelId="{3CB3D6AC-E44D-4DBC-84D5-8F51650DEC87}" type="pres">
      <dgm:prSet presAssocID="{8043CC29-177C-4C36-9D47-34869C6B9FEE}" presName="diagram" presStyleCnt="0">
        <dgm:presLayoutVars>
          <dgm:dir/>
          <dgm:resizeHandles val="exact"/>
        </dgm:presLayoutVars>
      </dgm:prSet>
      <dgm:spPr/>
    </dgm:pt>
    <dgm:pt modelId="{92B98ECF-9A5C-467B-9CE2-E55370FDDAD2}" type="pres">
      <dgm:prSet presAssocID="{BDCC668E-FCB8-4782-8056-4A8E5FE1D311}" presName="node" presStyleLbl="node1" presStyleIdx="0" presStyleCnt="6">
        <dgm:presLayoutVars>
          <dgm:bulletEnabled val="1"/>
        </dgm:presLayoutVars>
      </dgm:prSet>
      <dgm:spPr/>
    </dgm:pt>
    <dgm:pt modelId="{5492755B-C487-40FE-8BED-60C4BB41ECB9}" type="pres">
      <dgm:prSet presAssocID="{E38F5631-3186-420B-9892-928AF55A963F}" presName="sibTrans" presStyleCnt="0"/>
      <dgm:spPr/>
    </dgm:pt>
    <dgm:pt modelId="{7D7983F6-C695-49B1-8C98-2075ED8DA161}" type="pres">
      <dgm:prSet presAssocID="{352D0039-1B9D-4716-B270-00B5DEEB3BD0}" presName="node" presStyleLbl="node1" presStyleIdx="1" presStyleCnt="6">
        <dgm:presLayoutVars>
          <dgm:bulletEnabled val="1"/>
        </dgm:presLayoutVars>
      </dgm:prSet>
      <dgm:spPr/>
    </dgm:pt>
    <dgm:pt modelId="{5A35DA9C-E2A7-46FA-AFF2-16BC67F8DA75}" type="pres">
      <dgm:prSet presAssocID="{FBE6046B-00D3-4E28-9DA9-379B161A5C2C}" presName="sibTrans" presStyleCnt="0"/>
      <dgm:spPr/>
    </dgm:pt>
    <dgm:pt modelId="{235ACF69-1BEB-48BF-9282-BC99CCE70BF4}" type="pres">
      <dgm:prSet presAssocID="{A549C695-2D6E-4238-8673-494CDBB7B3CE}" presName="node" presStyleLbl="node1" presStyleIdx="2" presStyleCnt="6">
        <dgm:presLayoutVars>
          <dgm:bulletEnabled val="1"/>
        </dgm:presLayoutVars>
      </dgm:prSet>
      <dgm:spPr/>
    </dgm:pt>
    <dgm:pt modelId="{8253E728-4708-48E1-8BD2-AEE1ED156D5F}" type="pres">
      <dgm:prSet presAssocID="{7FEB901A-FE75-45EA-8E74-7EF9F7578FDD}" presName="sibTrans" presStyleCnt="0"/>
      <dgm:spPr/>
    </dgm:pt>
    <dgm:pt modelId="{939098A0-9015-415F-8869-36ED92EC0C0A}" type="pres">
      <dgm:prSet presAssocID="{CE438EB9-7301-4C90-864E-85F09095860F}" presName="node" presStyleLbl="node1" presStyleIdx="3" presStyleCnt="6">
        <dgm:presLayoutVars>
          <dgm:bulletEnabled val="1"/>
        </dgm:presLayoutVars>
      </dgm:prSet>
      <dgm:spPr/>
    </dgm:pt>
    <dgm:pt modelId="{8DBA8FAA-9D92-4C7E-A8EF-D5FE4A1EDBF0}" type="pres">
      <dgm:prSet presAssocID="{995E84E2-5FCF-4F8F-B96E-F5B137955041}" presName="sibTrans" presStyleCnt="0"/>
      <dgm:spPr/>
    </dgm:pt>
    <dgm:pt modelId="{204C36BB-A32A-4968-BCD4-8F0FF2481997}" type="pres">
      <dgm:prSet presAssocID="{2D3DFAD3-44E6-49F1-A7FF-A9B43CF4F48B}" presName="node" presStyleLbl="node1" presStyleIdx="4" presStyleCnt="6">
        <dgm:presLayoutVars>
          <dgm:bulletEnabled val="1"/>
        </dgm:presLayoutVars>
      </dgm:prSet>
      <dgm:spPr/>
    </dgm:pt>
    <dgm:pt modelId="{29320EA2-5070-4822-A8B7-381AF0F9799B}" type="pres">
      <dgm:prSet presAssocID="{DF8C043A-4355-4FB6-88DB-BA04A823F274}" presName="sibTrans" presStyleCnt="0"/>
      <dgm:spPr/>
    </dgm:pt>
    <dgm:pt modelId="{00DAACC5-5437-401E-AF09-979076C77257}" type="pres">
      <dgm:prSet presAssocID="{E36F4BDC-7E29-4ADA-AF4F-2BDB41B3F3E3}" presName="node" presStyleLbl="node1" presStyleIdx="5" presStyleCnt="6">
        <dgm:presLayoutVars>
          <dgm:bulletEnabled val="1"/>
        </dgm:presLayoutVars>
      </dgm:prSet>
      <dgm:spPr/>
    </dgm:pt>
  </dgm:ptLst>
  <dgm:cxnLst>
    <dgm:cxn modelId="{B4E94E00-8FFB-46AE-AFE0-3A03662A1E1F}" type="presOf" srcId="{BDCC668E-FCB8-4782-8056-4A8E5FE1D311}" destId="{92B98ECF-9A5C-467B-9CE2-E55370FDDAD2}" srcOrd="0" destOrd="0" presId="urn:microsoft.com/office/officeart/2005/8/layout/default"/>
    <dgm:cxn modelId="{07939B11-4CE1-454F-9740-8C189B75330C}" srcId="{8043CC29-177C-4C36-9D47-34869C6B9FEE}" destId="{E36F4BDC-7E29-4ADA-AF4F-2BDB41B3F3E3}" srcOrd="5" destOrd="0" parTransId="{5B0A4D23-9AE8-4A24-91D0-DE6BCCD1C36F}" sibTransId="{C46FF475-CA13-4E31-9530-7D6954A885BD}"/>
    <dgm:cxn modelId="{B39D0A28-C9A4-4E54-A3DA-6334F2E40A41}" srcId="{8043CC29-177C-4C36-9D47-34869C6B9FEE}" destId="{352D0039-1B9D-4716-B270-00B5DEEB3BD0}" srcOrd="1" destOrd="0" parTransId="{97811995-BDB3-476C-8181-3BCF5505B0AA}" sibTransId="{FBE6046B-00D3-4E28-9DA9-379B161A5C2C}"/>
    <dgm:cxn modelId="{6BEE733D-7612-4342-A1D4-219900C5916D}" type="presOf" srcId="{352D0039-1B9D-4716-B270-00B5DEEB3BD0}" destId="{7D7983F6-C695-49B1-8C98-2075ED8DA161}" srcOrd="0" destOrd="0" presId="urn:microsoft.com/office/officeart/2005/8/layout/default"/>
    <dgm:cxn modelId="{DC4E254B-77C4-4185-AFEC-333EF912446C}" type="presOf" srcId="{A549C695-2D6E-4238-8673-494CDBB7B3CE}" destId="{235ACF69-1BEB-48BF-9282-BC99CCE70BF4}" srcOrd="0" destOrd="0" presId="urn:microsoft.com/office/officeart/2005/8/layout/default"/>
    <dgm:cxn modelId="{A3C15250-CE2A-49F7-A05B-9D2B6A079C7D}" srcId="{8043CC29-177C-4C36-9D47-34869C6B9FEE}" destId="{2D3DFAD3-44E6-49F1-A7FF-A9B43CF4F48B}" srcOrd="4" destOrd="0" parTransId="{60CBE1B1-4958-4F8F-A481-DCA9C689E5CB}" sibTransId="{DF8C043A-4355-4FB6-88DB-BA04A823F274}"/>
    <dgm:cxn modelId="{5F987F60-BECD-4ADC-9872-8C3AB5F86606}" srcId="{8043CC29-177C-4C36-9D47-34869C6B9FEE}" destId="{BDCC668E-FCB8-4782-8056-4A8E5FE1D311}" srcOrd="0" destOrd="0" parTransId="{7A437A84-C087-453F-8E41-7F4A3DA31DEF}" sibTransId="{E38F5631-3186-420B-9892-928AF55A963F}"/>
    <dgm:cxn modelId="{A25E766A-3723-483F-98DE-63075790087A}" type="presOf" srcId="{2D3DFAD3-44E6-49F1-A7FF-A9B43CF4F48B}" destId="{204C36BB-A32A-4968-BCD4-8F0FF2481997}" srcOrd="0" destOrd="0" presId="urn:microsoft.com/office/officeart/2005/8/layout/default"/>
    <dgm:cxn modelId="{C92052A5-CC25-4D5E-A241-05B80998DC7F}" srcId="{8043CC29-177C-4C36-9D47-34869C6B9FEE}" destId="{CE438EB9-7301-4C90-864E-85F09095860F}" srcOrd="3" destOrd="0" parTransId="{C3B19B6A-9BA1-4D3C-AAE8-2380265736E5}" sibTransId="{995E84E2-5FCF-4F8F-B96E-F5B137955041}"/>
    <dgm:cxn modelId="{C9D8FBDE-6BCE-45B0-8A24-2A3292A0F5FE}" type="presOf" srcId="{CE438EB9-7301-4C90-864E-85F09095860F}" destId="{939098A0-9015-415F-8869-36ED92EC0C0A}" srcOrd="0" destOrd="0" presId="urn:microsoft.com/office/officeart/2005/8/layout/default"/>
    <dgm:cxn modelId="{9F8A72E4-00F7-4CD0-B404-967138BEA107}" type="presOf" srcId="{E36F4BDC-7E29-4ADA-AF4F-2BDB41B3F3E3}" destId="{00DAACC5-5437-401E-AF09-979076C77257}" srcOrd="0" destOrd="0" presId="urn:microsoft.com/office/officeart/2005/8/layout/default"/>
    <dgm:cxn modelId="{E37FCDE6-C13B-4362-A63A-B7E036F4490A}" type="presOf" srcId="{8043CC29-177C-4C36-9D47-34869C6B9FEE}" destId="{3CB3D6AC-E44D-4DBC-84D5-8F51650DEC87}" srcOrd="0" destOrd="0" presId="urn:microsoft.com/office/officeart/2005/8/layout/default"/>
    <dgm:cxn modelId="{56694CF4-53A9-4C6A-9385-624C479968E6}" srcId="{8043CC29-177C-4C36-9D47-34869C6B9FEE}" destId="{A549C695-2D6E-4238-8673-494CDBB7B3CE}" srcOrd="2" destOrd="0" parTransId="{20A354B2-A363-4F4E-9FE6-42A9BAF2B99C}" sibTransId="{7FEB901A-FE75-45EA-8E74-7EF9F7578FDD}"/>
    <dgm:cxn modelId="{874A17C1-85C8-4089-8A26-EC95950AA7A2}" type="presParOf" srcId="{3CB3D6AC-E44D-4DBC-84D5-8F51650DEC87}" destId="{92B98ECF-9A5C-467B-9CE2-E55370FDDAD2}" srcOrd="0" destOrd="0" presId="urn:microsoft.com/office/officeart/2005/8/layout/default"/>
    <dgm:cxn modelId="{0DFEB66C-60D5-48EB-A563-F70C4CE147A9}" type="presParOf" srcId="{3CB3D6AC-E44D-4DBC-84D5-8F51650DEC87}" destId="{5492755B-C487-40FE-8BED-60C4BB41ECB9}" srcOrd="1" destOrd="0" presId="urn:microsoft.com/office/officeart/2005/8/layout/default"/>
    <dgm:cxn modelId="{69D59477-8F3C-4C33-BAC8-EC39F3A40650}" type="presParOf" srcId="{3CB3D6AC-E44D-4DBC-84D5-8F51650DEC87}" destId="{7D7983F6-C695-49B1-8C98-2075ED8DA161}" srcOrd="2" destOrd="0" presId="urn:microsoft.com/office/officeart/2005/8/layout/default"/>
    <dgm:cxn modelId="{22318680-B894-4D20-BEB9-2A125A34BDAB}" type="presParOf" srcId="{3CB3D6AC-E44D-4DBC-84D5-8F51650DEC87}" destId="{5A35DA9C-E2A7-46FA-AFF2-16BC67F8DA75}" srcOrd="3" destOrd="0" presId="urn:microsoft.com/office/officeart/2005/8/layout/default"/>
    <dgm:cxn modelId="{E667488F-8CB5-4F39-8C31-2EE633F49A2B}" type="presParOf" srcId="{3CB3D6AC-E44D-4DBC-84D5-8F51650DEC87}" destId="{235ACF69-1BEB-48BF-9282-BC99CCE70BF4}" srcOrd="4" destOrd="0" presId="urn:microsoft.com/office/officeart/2005/8/layout/default"/>
    <dgm:cxn modelId="{54D45714-5DC7-4994-8A1B-9EC341F489B1}" type="presParOf" srcId="{3CB3D6AC-E44D-4DBC-84D5-8F51650DEC87}" destId="{8253E728-4708-48E1-8BD2-AEE1ED156D5F}" srcOrd="5" destOrd="0" presId="urn:microsoft.com/office/officeart/2005/8/layout/default"/>
    <dgm:cxn modelId="{AB414E3F-B870-4FB6-93F5-DCC7A4873C6D}" type="presParOf" srcId="{3CB3D6AC-E44D-4DBC-84D5-8F51650DEC87}" destId="{939098A0-9015-415F-8869-36ED92EC0C0A}" srcOrd="6" destOrd="0" presId="urn:microsoft.com/office/officeart/2005/8/layout/default"/>
    <dgm:cxn modelId="{6A24F2D1-8BE1-4FBF-B5B7-D29CEA99822C}" type="presParOf" srcId="{3CB3D6AC-E44D-4DBC-84D5-8F51650DEC87}" destId="{8DBA8FAA-9D92-4C7E-A8EF-D5FE4A1EDBF0}" srcOrd="7" destOrd="0" presId="urn:microsoft.com/office/officeart/2005/8/layout/default"/>
    <dgm:cxn modelId="{AE457D8E-5FAE-43B4-A638-DD40A17747D0}" type="presParOf" srcId="{3CB3D6AC-E44D-4DBC-84D5-8F51650DEC87}" destId="{204C36BB-A32A-4968-BCD4-8F0FF2481997}" srcOrd="8" destOrd="0" presId="urn:microsoft.com/office/officeart/2005/8/layout/default"/>
    <dgm:cxn modelId="{31ACCCF9-8F46-41E2-904B-08EED7783576}" type="presParOf" srcId="{3CB3D6AC-E44D-4DBC-84D5-8F51650DEC87}" destId="{29320EA2-5070-4822-A8B7-381AF0F9799B}" srcOrd="9" destOrd="0" presId="urn:microsoft.com/office/officeart/2005/8/layout/default"/>
    <dgm:cxn modelId="{F5DFF187-8678-4400-9361-C732E479B10D}" type="presParOf" srcId="{3CB3D6AC-E44D-4DBC-84D5-8F51650DEC87}" destId="{00DAACC5-5437-401E-AF09-979076C77257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9EFECB5-FD1C-41FC-A047-BAE57D6A3A4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accent0_3" csCatId="mainScheme" phldr="1"/>
      <dgm:spPr/>
      <dgm:t>
        <a:bodyPr/>
        <a:lstStyle/>
        <a:p>
          <a:endParaRPr lang="en-US"/>
        </a:p>
      </dgm:t>
    </dgm:pt>
    <dgm:pt modelId="{95ED983E-7970-4E7F-9FB0-E2CD7CCEB0FF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/>
            <a:t>Deployment Approach:</a:t>
          </a:r>
          <a:r>
            <a:rPr lang="en-GB"/>
            <a:t> Web-based clinical prototype using a separated frontend and backend architecture.</a:t>
          </a:r>
          <a:endParaRPr lang="en-US"/>
        </a:p>
      </dgm:t>
    </dgm:pt>
    <dgm:pt modelId="{6565D545-4064-4BE8-A331-964E9D5988C2}" type="parTrans" cxnId="{B9D08ACA-F06C-48C9-9C5B-37082CEDABF3}">
      <dgm:prSet/>
      <dgm:spPr/>
      <dgm:t>
        <a:bodyPr/>
        <a:lstStyle/>
        <a:p>
          <a:endParaRPr lang="en-US"/>
        </a:p>
      </dgm:t>
    </dgm:pt>
    <dgm:pt modelId="{6B9B40BD-B632-4AF4-A452-FDCF9B42F3A2}" type="sibTrans" cxnId="{B9D08ACA-F06C-48C9-9C5B-37082CEDABF3}">
      <dgm:prSet/>
      <dgm:spPr/>
      <dgm:t>
        <a:bodyPr/>
        <a:lstStyle/>
        <a:p>
          <a:endParaRPr lang="en-US"/>
        </a:p>
      </dgm:t>
    </dgm:pt>
    <dgm:pt modelId="{B06AEE45-BC79-4949-A399-7354A118829F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/>
            <a:t>Streamlit (Frontend UI):</a:t>
          </a:r>
          <a:r>
            <a:rPr lang="en-GB"/>
            <a:t> provides an interactive web page for users to upload EEG recordings, adjust analysis settings, and view results.</a:t>
          </a:r>
          <a:endParaRPr lang="en-US"/>
        </a:p>
      </dgm:t>
    </dgm:pt>
    <dgm:pt modelId="{9E06AAC2-2E13-494C-9C37-99C114320A31}" type="parTrans" cxnId="{5D5FE350-7A81-441E-BBBC-2284738B0A06}">
      <dgm:prSet/>
      <dgm:spPr/>
      <dgm:t>
        <a:bodyPr/>
        <a:lstStyle/>
        <a:p>
          <a:endParaRPr lang="en-US"/>
        </a:p>
      </dgm:t>
    </dgm:pt>
    <dgm:pt modelId="{DE0930A3-883D-49F3-BCB8-8A666146D586}" type="sibTrans" cxnId="{5D5FE350-7A81-441E-BBBC-2284738B0A06}">
      <dgm:prSet/>
      <dgm:spPr/>
      <dgm:t>
        <a:bodyPr/>
        <a:lstStyle/>
        <a:p>
          <a:endParaRPr lang="en-US"/>
        </a:p>
      </dgm:t>
    </dgm:pt>
    <dgm:pt modelId="{E05F842F-9EFC-416A-91F0-602E98A6BD00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/>
            <a:t>FastAPI (Backend Service):</a:t>
          </a:r>
          <a:r>
            <a:rPr lang="en-GB"/>
            <a:t> hosts the EEG processing and inference pipeline, running preprocessing (MNE) and EEGNet predictions.</a:t>
          </a:r>
          <a:endParaRPr lang="en-US"/>
        </a:p>
      </dgm:t>
    </dgm:pt>
    <dgm:pt modelId="{44402DBE-23B2-4281-85DF-2B2E0FF27B72}" type="parTrans" cxnId="{167D639F-919D-429C-9001-43609BB2994E}">
      <dgm:prSet/>
      <dgm:spPr/>
      <dgm:t>
        <a:bodyPr/>
        <a:lstStyle/>
        <a:p>
          <a:endParaRPr lang="en-US"/>
        </a:p>
      </dgm:t>
    </dgm:pt>
    <dgm:pt modelId="{25EA9689-EC46-459E-BEAF-B40606BED450}" type="sibTrans" cxnId="{167D639F-919D-429C-9001-43609BB2994E}">
      <dgm:prSet/>
      <dgm:spPr/>
      <dgm:t>
        <a:bodyPr/>
        <a:lstStyle/>
        <a:p>
          <a:endParaRPr lang="en-US"/>
        </a:p>
      </dgm:t>
    </dgm:pt>
    <dgm:pt modelId="{3751B96B-A860-435F-82BF-6AA8C34567A0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/>
            <a:t>Model Inference Flow:</a:t>
          </a:r>
          <a:br>
            <a:rPr lang="en-GB"/>
          </a:br>
          <a:r>
            <a:rPr lang="en-GB"/>
            <a:t>Upload EEG → preprocessing &amp; epoching → EEGNet prediction → probability + label returned → results displayed in UI.</a:t>
          </a:r>
          <a:endParaRPr lang="en-US"/>
        </a:p>
      </dgm:t>
    </dgm:pt>
    <dgm:pt modelId="{658130D4-5958-4742-9F4F-E4B466D1CBA3}" type="parTrans" cxnId="{D3593C09-8023-4703-9176-6CC90CA6A013}">
      <dgm:prSet/>
      <dgm:spPr/>
      <dgm:t>
        <a:bodyPr/>
        <a:lstStyle/>
        <a:p>
          <a:endParaRPr lang="en-US"/>
        </a:p>
      </dgm:t>
    </dgm:pt>
    <dgm:pt modelId="{D3A85AA2-89A1-494C-A9E2-E90A152B854C}" type="sibTrans" cxnId="{D3593C09-8023-4703-9176-6CC90CA6A013}">
      <dgm:prSet/>
      <dgm:spPr/>
      <dgm:t>
        <a:bodyPr/>
        <a:lstStyle/>
        <a:p>
          <a:endParaRPr lang="en-US"/>
        </a:p>
      </dgm:t>
    </dgm:pt>
    <dgm:pt modelId="{A0C0F121-721D-4195-AF11-1232A2583A62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/>
            <a:t>Output Display:</a:t>
          </a:r>
          <a:r>
            <a:rPr lang="en-GB"/>
            <a:t> predicted class (Parkinson’s vs Control), confidence score, and an optional short interpretation message.</a:t>
          </a:r>
          <a:endParaRPr lang="en-US"/>
        </a:p>
      </dgm:t>
    </dgm:pt>
    <dgm:pt modelId="{2CD068F4-464B-4CD4-BB1C-21DBE83C4AA4}" type="parTrans" cxnId="{E337C0EE-99B2-48DC-A04D-64F164622084}">
      <dgm:prSet/>
      <dgm:spPr/>
      <dgm:t>
        <a:bodyPr/>
        <a:lstStyle/>
        <a:p>
          <a:endParaRPr lang="en-US"/>
        </a:p>
      </dgm:t>
    </dgm:pt>
    <dgm:pt modelId="{35298318-73A4-48E4-B8BE-B6F3527CBAEE}" type="sibTrans" cxnId="{E337C0EE-99B2-48DC-A04D-64F164622084}">
      <dgm:prSet/>
      <dgm:spPr/>
      <dgm:t>
        <a:bodyPr/>
        <a:lstStyle/>
        <a:p>
          <a:endParaRPr lang="en-US"/>
        </a:p>
      </dgm:t>
    </dgm:pt>
    <dgm:pt modelId="{721C8FF6-5A0D-4E3F-B652-D6DF4F616268}" type="pres">
      <dgm:prSet presAssocID="{49EFECB5-FD1C-41FC-A047-BAE57D6A3A4B}" presName="root" presStyleCnt="0">
        <dgm:presLayoutVars>
          <dgm:dir/>
          <dgm:resizeHandles val="exact"/>
        </dgm:presLayoutVars>
      </dgm:prSet>
      <dgm:spPr/>
    </dgm:pt>
    <dgm:pt modelId="{4B2A8401-53CA-4A1B-B01E-B8BE552F3D45}" type="pres">
      <dgm:prSet presAssocID="{95ED983E-7970-4E7F-9FB0-E2CD7CCEB0FF}" presName="compNode" presStyleCnt="0"/>
      <dgm:spPr/>
    </dgm:pt>
    <dgm:pt modelId="{55C12708-16BF-4117-AAD2-0C088D1011E5}" type="pres">
      <dgm:prSet presAssocID="{95ED983E-7970-4E7F-9FB0-E2CD7CCEB0FF}" presName="bgRect" presStyleLbl="bgShp" presStyleIdx="0" presStyleCnt="5"/>
      <dgm:spPr/>
    </dgm:pt>
    <dgm:pt modelId="{5B5CC460-2BDE-4FD2-AFA9-FC2B8A3BC35E}" type="pres">
      <dgm:prSet presAssocID="{95ED983E-7970-4E7F-9FB0-E2CD7CCEB0FF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A75ADCC6-79EC-459D-B895-EF22A8914A98}" type="pres">
      <dgm:prSet presAssocID="{95ED983E-7970-4E7F-9FB0-E2CD7CCEB0FF}" presName="spaceRect" presStyleCnt="0"/>
      <dgm:spPr/>
    </dgm:pt>
    <dgm:pt modelId="{1BD37456-139F-44FD-8C57-63781DF940B8}" type="pres">
      <dgm:prSet presAssocID="{95ED983E-7970-4E7F-9FB0-E2CD7CCEB0FF}" presName="parTx" presStyleLbl="revTx" presStyleIdx="0" presStyleCnt="5">
        <dgm:presLayoutVars>
          <dgm:chMax val="0"/>
          <dgm:chPref val="0"/>
        </dgm:presLayoutVars>
      </dgm:prSet>
      <dgm:spPr/>
    </dgm:pt>
    <dgm:pt modelId="{6327D182-3FF9-49F1-9A99-54E00F70715A}" type="pres">
      <dgm:prSet presAssocID="{6B9B40BD-B632-4AF4-A452-FDCF9B42F3A2}" presName="sibTrans" presStyleCnt="0"/>
      <dgm:spPr/>
    </dgm:pt>
    <dgm:pt modelId="{DC7147EA-C26F-4952-A90D-EFCC47AE2F93}" type="pres">
      <dgm:prSet presAssocID="{B06AEE45-BC79-4949-A399-7354A118829F}" presName="compNode" presStyleCnt="0"/>
      <dgm:spPr/>
    </dgm:pt>
    <dgm:pt modelId="{A0423049-D5D8-423F-844D-4CF46CCA663B}" type="pres">
      <dgm:prSet presAssocID="{B06AEE45-BC79-4949-A399-7354A118829F}" presName="bgRect" presStyleLbl="bgShp" presStyleIdx="1" presStyleCnt="5"/>
      <dgm:spPr/>
    </dgm:pt>
    <dgm:pt modelId="{31896911-F0FC-4605-92F5-1126DA133528}" type="pres">
      <dgm:prSet presAssocID="{B06AEE45-BC79-4949-A399-7354A118829F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BA76196B-0CBC-4543-BEF1-3DCCF406B08B}" type="pres">
      <dgm:prSet presAssocID="{B06AEE45-BC79-4949-A399-7354A118829F}" presName="spaceRect" presStyleCnt="0"/>
      <dgm:spPr/>
    </dgm:pt>
    <dgm:pt modelId="{24F6771D-BE27-4CFA-8DCF-7AC47AF363E7}" type="pres">
      <dgm:prSet presAssocID="{B06AEE45-BC79-4949-A399-7354A118829F}" presName="parTx" presStyleLbl="revTx" presStyleIdx="1" presStyleCnt="5">
        <dgm:presLayoutVars>
          <dgm:chMax val="0"/>
          <dgm:chPref val="0"/>
        </dgm:presLayoutVars>
      </dgm:prSet>
      <dgm:spPr/>
    </dgm:pt>
    <dgm:pt modelId="{8D788C37-C241-4D4F-928C-159135FD1384}" type="pres">
      <dgm:prSet presAssocID="{DE0930A3-883D-49F3-BCB8-8A666146D586}" presName="sibTrans" presStyleCnt="0"/>
      <dgm:spPr/>
    </dgm:pt>
    <dgm:pt modelId="{3F811408-C1E6-486A-B768-C15BA30AD133}" type="pres">
      <dgm:prSet presAssocID="{E05F842F-9EFC-416A-91F0-602E98A6BD00}" presName="compNode" presStyleCnt="0"/>
      <dgm:spPr/>
    </dgm:pt>
    <dgm:pt modelId="{E6B9DF37-3270-4204-8A07-36305A48954B}" type="pres">
      <dgm:prSet presAssocID="{E05F842F-9EFC-416A-91F0-602E98A6BD00}" presName="bgRect" presStyleLbl="bgShp" presStyleIdx="2" presStyleCnt="5"/>
      <dgm:spPr/>
    </dgm:pt>
    <dgm:pt modelId="{6FB7F5DA-6CAA-4F60-91C2-FBBDAF87A629}" type="pres">
      <dgm:prSet presAssocID="{E05F842F-9EFC-416A-91F0-602E98A6BD00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75238365-B9E7-4D25-936E-DD46E9301D49}" type="pres">
      <dgm:prSet presAssocID="{E05F842F-9EFC-416A-91F0-602E98A6BD00}" presName="spaceRect" presStyleCnt="0"/>
      <dgm:spPr/>
    </dgm:pt>
    <dgm:pt modelId="{3EC840D2-7282-4CE6-8A4F-1540E13A999F}" type="pres">
      <dgm:prSet presAssocID="{E05F842F-9EFC-416A-91F0-602E98A6BD00}" presName="parTx" presStyleLbl="revTx" presStyleIdx="2" presStyleCnt="5">
        <dgm:presLayoutVars>
          <dgm:chMax val="0"/>
          <dgm:chPref val="0"/>
        </dgm:presLayoutVars>
      </dgm:prSet>
      <dgm:spPr/>
    </dgm:pt>
    <dgm:pt modelId="{EB5E64FC-BD92-4069-90EB-966C11FD372A}" type="pres">
      <dgm:prSet presAssocID="{25EA9689-EC46-459E-BEAF-B40606BED450}" presName="sibTrans" presStyleCnt="0"/>
      <dgm:spPr/>
    </dgm:pt>
    <dgm:pt modelId="{393CFD64-7587-4079-85ED-ADFA35CF3343}" type="pres">
      <dgm:prSet presAssocID="{3751B96B-A860-435F-82BF-6AA8C34567A0}" presName="compNode" presStyleCnt="0"/>
      <dgm:spPr/>
    </dgm:pt>
    <dgm:pt modelId="{68A1E01A-6B3B-41E5-A1B8-93BFA9CFEDEB}" type="pres">
      <dgm:prSet presAssocID="{3751B96B-A860-435F-82BF-6AA8C34567A0}" presName="bgRect" presStyleLbl="bgShp" presStyleIdx="3" presStyleCnt="5"/>
      <dgm:spPr/>
    </dgm:pt>
    <dgm:pt modelId="{A1BB3DD3-38A0-4081-B83E-28330DEAAD37}" type="pres">
      <dgm:prSet presAssocID="{3751B96B-A860-435F-82BF-6AA8C34567A0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B9393A2B-4028-46CD-A128-3A26CF55EFCF}" type="pres">
      <dgm:prSet presAssocID="{3751B96B-A860-435F-82BF-6AA8C34567A0}" presName="spaceRect" presStyleCnt="0"/>
      <dgm:spPr/>
    </dgm:pt>
    <dgm:pt modelId="{28276AD5-5F23-4E92-8774-FE7876C3AE86}" type="pres">
      <dgm:prSet presAssocID="{3751B96B-A860-435F-82BF-6AA8C34567A0}" presName="parTx" presStyleLbl="revTx" presStyleIdx="3" presStyleCnt="5">
        <dgm:presLayoutVars>
          <dgm:chMax val="0"/>
          <dgm:chPref val="0"/>
        </dgm:presLayoutVars>
      </dgm:prSet>
      <dgm:spPr/>
    </dgm:pt>
    <dgm:pt modelId="{BC5DF097-5130-429E-9219-12C261C8AC77}" type="pres">
      <dgm:prSet presAssocID="{D3A85AA2-89A1-494C-A9E2-E90A152B854C}" presName="sibTrans" presStyleCnt="0"/>
      <dgm:spPr/>
    </dgm:pt>
    <dgm:pt modelId="{F50E1E61-EE1C-41F5-BDEA-3C0A8F8D5BF5}" type="pres">
      <dgm:prSet presAssocID="{A0C0F121-721D-4195-AF11-1232A2583A62}" presName="compNode" presStyleCnt="0"/>
      <dgm:spPr/>
    </dgm:pt>
    <dgm:pt modelId="{457ED00A-BE3C-4C84-B333-461C600101ED}" type="pres">
      <dgm:prSet presAssocID="{A0C0F121-721D-4195-AF11-1232A2583A62}" presName="bgRect" presStyleLbl="bgShp" presStyleIdx="4" presStyleCnt="5"/>
      <dgm:spPr/>
    </dgm:pt>
    <dgm:pt modelId="{49F23B41-D62D-4015-A866-A686324A1282}" type="pres">
      <dgm:prSet presAssocID="{A0C0F121-721D-4195-AF11-1232A2583A62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in in head"/>
        </a:ext>
      </dgm:extLst>
    </dgm:pt>
    <dgm:pt modelId="{E756FB3B-1B5B-4C9E-A9DA-1A2BB37AB0FC}" type="pres">
      <dgm:prSet presAssocID="{A0C0F121-721D-4195-AF11-1232A2583A62}" presName="spaceRect" presStyleCnt="0"/>
      <dgm:spPr/>
    </dgm:pt>
    <dgm:pt modelId="{FECC4AB5-AC66-4D7A-BBCE-325BF29F9BCB}" type="pres">
      <dgm:prSet presAssocID="{A0C0F121-721D-4195-AF11-1232A2583A62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D3593C09-8023-4703-9176-6CC90CA6A013}" srcId="{49EFECB5-FD1C-41FC-A047-BAE57D6A3A4B}" destId="{3751B96B-A860-435F-82BF-6AA8C34567A0}" srcOrd="3" destOrd="0" parTransId="{658130D4-5958-4742-9F4F-E4B466D1CBA3}" sibTransId="{D3A85AA2-89A1-494C-A9E2-E90A152B854C}"/>
    <dgm:cxn modelId="{B1AE2214-DB41-4542-8DD2-0E871BDDAC4A}" type="presOf" srcId="{E05F842F-9EFC-416A-91F0-602E98A6BD00}" destId="{3EC840D2-7282-4CE6-8A4F-1540E13A999F}" srcOrd="0" destOrd="0" presId="urn:microsoft.com/office/officeart/2018/2/layout/IconVerticalSolidList"/>
    <dgm:cxn modelId="{B84EF945-5808-47E4-A90C-EE8F01613348}" type="presOf" srcId="{49EFECB5-FD1C-41FC-A047-BAE57D6A3A4B}" destId="{721C8FF6-5A0D-4E3F-B652-D6DF4F616268}" srcOrd="0" destOrd="0" presId="urn:microsoft.com/office/officeart/2018/2/layout/IconVerticalSolidList"/>
    <dgm:cxn modelId="{5D5FE350-7A81-441E-BBBC-2284738B0A06}" srcId="{49EFECB5-FD1C-41FC-A047-BAE57D6A3A4B}" destId="{B06AEE45-BC79-4949-A399-7354A118829F}" srcOrd="1" destOrd="0" parTransId="{9E06AAC2-2E13-494C-9C37-99C114320A31}" sibTransId="{DE0930A3-883D-49F3-BCB8-8A666146D586}"/>
    <dgm:cxn modelId="{B8BACD7D-82FD-40CF-822F-22FEE9AE3432}" type="presOf" srcId="{95ED983E-7970-4E7F-9FB0-E2CD7CCEB0FF}" destId="{1BD37456-139F-44FD-8C57-63781DF940B8}" srcOrd="0" destOrd="0" presId="urn:microsoft.com/office/officeart/2018/2/layout/IconVerticalSolidList"/>
    <dgm:cxn modelId="{167D639F-919D-429C-9001-43609BB2994E}" srcId="{49EFECB5-FD1C-41FC-A047-BAE57D6A3A4B}" destId="{E05F842F-9EFC-416A-91F0-602E98A6BD00}" srcOrd="2" destOrd="0" parTransId="{44402DBE-23B2-4281-85DF-2B2E0FF27B72}" sibTransId="{25EA9689-EC46-459E-BEAF-B40606BED450}"/>
    <dgm:cxn modelId="{772A5BAA-CF0D-43F0-9355-F8D3B43235AF}" type="presOf" srcId="{B06AEE45-BC79-4949-A399-7354A118829F}" destId="{24F6771D-BE27-4CFA-8DCF-7AC47AF363E7}" srcOrd="0" destOrd="0" presId="urn:microsoft.com/office/officeart/2018/2/layout/IconVerticalSolidList"/>
    <dgm:cxn modelId="{B9D08ACA-F06C-48C9-9C5B-37082CEDABF3}" srcId="{49EFECB5-FD1C-41FC-A047-BAE57D6A3A4B}" destId="{95ED983E-7970-4E7F-9FB0-E2CD7CCEB0FF}" srcOrd="0" destOrd="0" parTransId="{6565D545-4064-4BE8-A331-964E9D5988C2}" sibTransId="{6B9B40BD-B632-4AF4-A452-FDCF9B42F3A2}"/>
    <dgm:cxn modelId="{4BA636D7-3DF3-48E6-A30D-EB547C1F3A06}" type="presOf" srcId="{A0C0F121-721D-4195-AF11-1232A2583A62}" destId="{FECC4AB5-AC66-4D7A-BBCE-325BF29F9BCB}" srcOrd="0" destOrd="0" presId="urn:microsoft.com/office/officeart/2018/2/layout/IconVerticalSolidList"/>
    <dgm:cxn modelId="{E337C0EE-99B2-48DC-A04D-64F164622084}" srcId="{49EFECB5-FD1C-41FC-A047-BAE57D6A3A4B}" destId="{A0C0F121-721D-4195-AF11-1232A2583A62}" srcOrd="4" destOrd="0" parTransId="{2CD068F4-464B-4CD4-BB1C-21DBE83C4AA4}" sibTransId="{35298318-73A4-48E4-B8BE-B6F3527CBAEE}"/>
    <dgm:cxn modelId="{003D27FB-F48C-4F0F-839F-275DF739305E}" type="presOf" srcId="{3751B96B-A860-435F-82BF-6AA8C34567A0}" destId="{28276AD5-5F23-4E92-8774-FE7876C3AE86}" srcOrd="0" destOrd="0" presId="urn:microsoft.com/office/officeart/2018/2/layout/IconVerticalSolidList"/>
    <dgm:cxn modelId="{5DE790B5-BB9A-4BAB-AF29-9C73D6F5E47E}" type="presParOf" srcId="{721C8FF6-5A0D-4E3F-B652-D6DF4F616268}" destId="{4B2A8401-53CA-4A1B-B01E-B8BE552F3D45}" srcOrd="0" destOrd="0" presId="urn:microsoft.com/office/officeart/2018/2/layout/IconVerticalSolidList"/>
    <dgm:cxn modelId="{2126A263-2CE9-4960-AB34-A1DE901B6C64}" type="presParOf" srcId="{4B2A8401-53CA-4A1B-B01E-B8BE552F3D45}" destId="{55C12708-16BF-4117-AAD2-0C088D1011E5}" srcOrd="0" destOrd="0" presId="urn:microsoft.com/office/officeart/2018/2/layout/IconVerticalSolidList"/>
    <dgm:cxn modelId="{4FE1C8BA-F959-4947-8A31-701E39EFBA42}" type="presParOf" srcId="{4B2A8401-53CA-4A1B-B01E-B8BE552F3D45}" destId="{5B5CC460-2BDE-4FD2-AFA9-FC2B8A3BC35E}" srcOrd="1" destOrd="0" presId="urn:microsoft.com/office/officeart/2018/2/layout/IconVerticalSolidList"/>
    <dgm:cxn modelId="{A07711C5-ABB2-4285-A0C4-3A4505F54B2F}" type="presParOf" srcId="{4B2A8401-53CA-4A1B-B01E-B8BE552F3D45}" destId="{A75ADCC6-79EC-459D-B895-EF22A8914A98}" srcOrd="2" destOrd="0" presId="urn:microsoft.com/office/officeart/2018/2/layout/IconVerticalSolidList"/>
    <dgm:cxn modelId="{72905CC2-3670-4D48-A946-EF65860E0C58}" type="presParOf" srcId="{4B2A8401-53CA-4A1B-B01E-B8BE552F3D45}" destId="{1BD37456-139F-44FD-8C57-63781DF940B8}" srcOrd="3" destOrd="0" presId="urn:microsoft.com/office/officeart/2018/2/layout/IconVerticalSolidList"/>
    <dgm:cxn modelId="{849C4188-39D4-4F3F-83DB-490EC1A09C30}" type="presParOf" srcId="{721C8FF6-5A0D-4E3F-B652-D6DF4F616268}" destId="{6327D182-3FF9-49F1-9A99-54E00F70715A}" srcOrd="1" destOrd="0" presId="urn:microsoft.com/office/officeart/2018/2/layout/IconVerticalSolidList"/>
    <dgm:cxn modelId="{25BBDB51-0517-4431-9EB6-C47AEC17C3B9}" type="presParOf" srcId="{721C8FF6-5A0D-4E3F-B652-D6DF4F616268}" destId="{DC7147EA-C26F-4952-A90D-EFCC47AE2F93}" srcOrd="2" destOrd="0" presId="urn:microsoft.com/office/officeart/2018/2/layout/IconVerticalSolidList"/>
    <dgm:cxn modelId="{D753E482-96B7-4FB2-836F-8D88E9F23E7D}" type="presParOf" srcId="{DC7147EA-C26F-4952-A90D-EFCC47AE2F93}" destId="{A0423049-D5D8-423F-844D-4CF46CCA663B}" srcOrd="0" destOrd="0" presId="urn:microsoft.com/office/officeart/2018/2/layout/IconVerticalSolidList"/>
    <dgm:cxn modelId="{0AAA396C-35E4-48DE-BA6A-E6DA808CB44D}" type="presParOf" srcId="{DC7147EA-C26F-4952-A90D-EFCC47AE2F93}" destId="{31896911-F0FC-4605-92F5-1126DA133528}" srcOrd="1" destOrd="0" presId="urn:microsoft.com/office/officeart/2018/2/layout/IconVerticalSolidList"/>
    <dgm:cxn modelId="{3932902D-864C-4100-BB5C-2051D4D392AB}" type="presParOf" srcId="{DC7147EA-C26F-4952-A90D-EFCC47AE2F93}" destId="{BA76196B-0CBC-4543-BEF1-3DCCF406B08B}" srcOrd="2" destOrd="0" presId="urn:microsoft.com/office/officeart/2018/2/layout/IconVerticalSolidList"/>
    <dgm:cxn modelId="{FBAB62F2-4853-43FB-8BA7-DF01F1099B1B}" type="presParOf" srcId="{DC7147EA-C26F-4952-A90D-EFCC47AE2F93}" destId="{24F6771D-BE27-4CFA-8DCF-7AC47AF363E7}" srcOrd="3" destOrd="0" presId="urn:microsoft.com/office/officeart/2018/2/layout/IconVerticalSolidList"/>
    <dgm:cxn modelId="{CBEAA492-3181-4DB9-9A2E-6CA45821E396}" type="presParOf" srcId="{721C8FF6-5A0D-4E3F-B652-D6DF4F616268}" destId="{8D788C37-C241-4D4F-928C-159135FD1384}" srcOrd="3" destOrd="0" presId="urn:microsoft.com/office/officeart/2018/2/layout/IconVerticalSolidList"/>
    <dgm:cxn modelId="{615C4CC6-795D-4C13-A06B-D9ED8390F6FF}" type="presParOf" srcId="{721C8FF6-5A0D-4E3F-B652-D6DF4F616268}" destId="{3F811408-C1E6-486A-B768-C15BA30AD133}" srcOrd="4" destOrd="0" presId="urn:microsoft.com/office/officeart/2018/2/layout/IconVerticalSolidList"/>
    <dgm:cxn modelId="{D46F1EDC-4E51-40FE-9D7B-C8119676C870}" type="presParOf" srcId="{3F811408-C1E6-486A-B768-C15BA30AD133}" destId="{E6B9DF37-3270-4204-8A07-36305A48954B}" srcOrd="0" destOrd="0" presId="urn:microsoft.com/office/officeart/2018/2/layout/IconVerticalSolidList"/>
    <dgm:cxn modelId="{F6BAEFB8-0DC5-45FE-8AC6-07022B041789}" type="presParOf" srcId="{3F811408-C1E6-486A-B768-C15BA30AD133}" destId="{6FB7F5DA-6CAA-4F60-91C2-FBBDAF87A629}" srcOrd="1" destOrd="0" presId="urn:microsoft.com/office/officeart/2018/2/layout/IconVerticalSolidList"/>
    <dgm:cxn modelId="{A392E657-3DFA-4524-AF99-127C1281AC41}" type="presParOf" srcId="{3F811408-C1E6-486A-B768-C15BA30AD133}" destId="{75238365-B9E7-4D25-936E-DD46E9301D49}" srcOrd="2" destOrd="0" presId="urn:microsoft.com/office/officeart/2018/2/layout/IconVerticalSolidList"/>
    <dgm:cxn modelId="{3A448AEE-956D-4BAF-8919-BF958DE7C41C}" type="presParOf" srcId="{3F811408-C1E6-486A-B768-C15BA30AD133}" destId="{3EC840D2-7282-4CE6-8A4F-1540E13A999F}" srcOrd="3" destOrd="0" presId="urn:microsoft.com/office/officeart/2018/2/layout/IconVerticalSolidList"/>
    <dgm:cxn modelId="{2C4F0ACC-EBCE-4C87-A375-5F44E27641E4}" type="presParOf" srcId="{721C8FF6-5A0D-4E3F-B652-D6DF4F616268}" destId="{EB5E64FC-BD92-4069-90EB-966C11FD372A}" srcOrd="5" destOrd="0" presId="urn:microsoft.com/office/officeart/2018/2/layout/IconVerticalSolidList"/>
    <dgm:cxn modelId="{B8F825F8-3979-4E42-8FAB-F581353F6BAE}" type="presParOf" srcId="{721C8FF6-5A0D-4E3F-B652-D6DF4F616268}" destId="{393CFD64-7587-4079-85ED-ADFA35CF3343}" srcOrd="6" destOrd="0" presId="urn:microsoft.com/office/officeart/2018/2/layout/IconVerticalSolidList"/>
    <dgm:cxn modelId="{3EEBB947-2663-4C7C-A19E-578DECE476ED}" type="presParOf" srcId="{393CFD64-7587-4079-85ED-ADFA35CF3343}" destId="{68A1E01A-6B3B-41E5-A1B8-93BFA9CFEDEB}" srcOrd="0" destOrd="0" presId="urn:microsoft.com/office/officeart/2018/2/layout/IconVerticalSolidList"/>
    <dgm:cxn modelId="{FAA1CEEA-9BA6-45E5-A385-035A7C0C0165}" type="presParOf" srcId="{393CFD64-7587-4079-85ED-ADFA35CF3343}" destId="{A1BB3DD3-38A0-4081-B83E-28330DEAAD37}" srcOrd="1" destOrd="0" presId="urn:microsoft.com/office/officeart/2018/2/layout/IconVerticalSolidList"/>
    <dgm:cxn modelId="{9C58B40E-1171-4DEF-A803-A46A88696AD3}" type="presParOf" srcId="{393CFD64-7587-4079-85ED-ADFA35CF3343}" destId="{B9393A2B-4028-46CD-A128-3A26CF55EFCF}" srcOrd="2" destOrd="0" presId="urn:microsoft.com/office/officeart/2018/2/layout/IconVerticalSolidList"/>
    <dgm:cxn modelId="{7DB01BAF-C45B-4CFF-BE39-E8EE95F0DD66}" type="presParOf" srcId="{393CFD64-7587-4079-85ED-ADFA35CF3343}" destId="{28276AD5-5F23-4E92-8774-FE7876C3AE86}" srcOrd="3" destOrd="0" presId="urn:microsoft.com/office/officeart/2018/2/layout/IconVerticalSolidList"/>
    <dgm:cxn modelId="{597FD485-C408-43E8-9C1E-16FC2F2CE86D}" type="presParOf" srcId="{721C8FF6-5A0D-4E3F-B652-D6DF4F616268}" destId="{BC5DF097-5130-429E-9219-12C261C8AC77}" srcOrd="7" destOrd="0" presId="urn:microsoft.com/office/officeart/2018/2/layout/IconVerticalSolidList"/>
    <dgm:cxn modelId="{22CB4EDB-3CA4-41B1-8A7F-9D89282B4E47}" type="presParOf" srcId="{721C8FF6-5A0D-4E3F-B652-D6DF4F616268}" destId="{F50E1E61-EE1C-41F5-BDEA-3C0A8F8D5BF5}" srcOrd="8" destOrd="0" presId="urn:microsoft.com/office/officeart/2018/2/layout/IconVerticalSolidList"/>
    <dgm:cxn modelId="{E23A8430-D1BB-4801-99A2-1A2B867AC22B}" type="presParOf" srcId="{F50E1E61-EE1C-41F5-BDEA-3C0A8F8D5BF5}" destId="{457ED00A-BE3C-4C84-B333-461C600101ED}" srcOrd="0" destOrd="0" presId="urn:microsoft.com/office/officeart/2018/2/layout/IconVerticalSolidList"/>
    <dgm:cxn modelId="{9FFCD5C5-EA63-4266-8D42-851147AAADB7}" type="presParOf" srcId="{F50E1E61-EE1C-41F5-BDEA-3C0A8F8D5BF5}" destId="{49F23B41-D62D-4015-A866-A686324A1282}" srcOrd="1" destOrd="0" presId="urn:microsoft.com/office/officeart/2018/2/layout/IconVerticalSolidList"/>
    <dgm:cxn modelId="{3F564517-FF87-4507-806B-8E507F26D9E2}" type="presParOf" srcId="{F50E1E61-EE1C-41F5-BDEA-3C0A8F8D5BF5}" destId="{E756FB3B-1B5B-4C9E-A9DA-1A2BB37AB0FC}" srcOrd="2" destOrd="0" presId="urn:microsoft.com/office/officeart/2018/2/layout/IconVerticalSolidList"/>
    <dgm:cxn modelId="{CDF03AE6-717B-4A99-B754-F1F7E304F068}" type="presParOf" srcId="{F50E1E61-EE1C-41F5-BDEA-3C0A8F8D5BF5}" destId="{FECC4AB5-AC66-4D7A-BBCE-325BF29F9BC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D0433C-0F95-42E9-9C3C-2BF46ED2E22F}">
      <dsp:nvSpPr>
        <dsp:cNvPr id="0" name=""/>
        <dsp:cNvSpPr/>
      </dsp:nvSpPr>
      <dsp:spPr>
        <a:xfrm>
          <a:off x="0" y="531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315369-D21A-4302-8379-47682C63CDAD}">
      <dsp:nvSpPr>
        <dsp:cNvPr id="0" name=""/>
        <dsp:cNvSpPr/>
      </dsp:nvSpPr>
      <dsp:spPr>
        <a:xfrm>
          <a:off x="0" y="531"/>
          <a:ext cx="10515600" cy="483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b="1" kern="1200" dirty="0"/>
            <a:t>Chosen Model: </a:t>
          </a:r>
          <a:r>
            <a:rPr lang="en-GB" sz="2200" b="1" kern="1200" dirty="0" err="1"/>
            <a:t>EEGNet</a:t>
          </a:r>
          <a:endParaRPr lang="en-US" sz="2200" kern="1200" dirty="0"/>
        </a:p>
      </dsp:txBody>
      <dsp:txXfrm>
        <a:off x="0" y="531"/>
        <a:ext cx="10515600" cy="483363"/>
      </dsp:txXfrm>
    </dsp:sp>
    <dsp:sp modelId="{F96A6FBE-83B7-4FFF-AFCF-ACDA73C28399}">
      <dsp:nvSpPr>
        <dsp:cNvPr id="0" name=""/>
        <dsp:cNvSpPr/>
      </dsp:nvSpPr>
      <dsp:spPr>
        <a:xfrm>
          <a:off x="0" y="483895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9EE0AF-D8AA-4716-BE10-6A0B2F26B94F}">
      <dsp:nvSpPr>
        <dsp:cNvPr id="0" name=""/>
        <dsp:cNvSpPr/>
      </dsp:nvSpPr>
      <dsp:spPr>
        <a:xfrm>
          <a:off x="0" y="483895"/>
          <a:ext cx="10515600" cy="483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b="1" kern="1200"/>
            <a:t>Why EEGNet:</a:t>
          </a:r>
          <a:endParaRPr lang="en-US" sz="2200" kern="1200"/>
        </a:p>
      </dsp:txBody>
      <dsp:txXfrm>
        <a:off x="0" y="483895"/>
        <a:ext cx="10515600" cy="483363"/>
      </dsp:txXfrm>
    </dsp:sp>
    <dsp:sp modelId="{90756B09-15D9-46D2-9055-33B0ACC4EE9D}">
      <dsp:nvSpPr>
        <dsp:cNvPr id="0" name=""/>
        <dsp:cNvSpPr/>
      </dsp:nvSpPr>
      <dsp:spPr>
        <a:xfrm>
          <a:off x="0" y="967259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59CCEE-CD91-4158-8092-12FA6303AB6B}">
      <dsp:nvSpPr>
        <dsp:cNvPr id="0" name=""/>
        <dsp:cNvSpPr/>
      </dsp:nvSpPr>
      <dsp:spPr>
        <a:xfrm>
          <a:off x="0" y="967259"/>
          <a:ext cx="10515600" cy="483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Designed specifically for EEG </a:t>
          </a:r>
          <a:endParaRPr lang="en-US" sz="2200" kern="1200" dirty="0"/>
        </a:p>
      </dsp:txBody>
      <dsp:txXfrm>
        <a:off x="0" y="967259"/>
        <a:ext cx="10515600" cy="483363"/>
      </dsp:txXfrm>
    </dsp:sp>
    <dsp:sp modelId="{522C1600-22AF-431D-AA1A-41A047AB94F0}">
      <dsp:nvSpPr>
        <dsp:cNvPr id="0" name=""/>
        <dsp:cNvSpPr/>
      </dsp:nvSpPr>
      <dsp:spPr>
        <a:xfrm>
          <a:off x="0" y="1450623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E4C23C-E3D5-4F04-87F2-76990B141082}">
      <dsp:nvSpPr>
        <dsp:cNvPr id="0" name=""/>
        <dsp:cNvSpPr/>
      </dsp:nvSpPr>
      <dsp:spPr>
        <a:xfrm>
          <a:off x="0" y="1450623"/>
          <a:ext cx="10515600" cy="483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Lightweight architecture → lower overfitting risk</a:t>
          </a:r>
          <a:endParaRPr lang="en-US" sz="2200" kern="1200" dirty="0"/>
        </a:p>
      </dsp:txBody>
      <dsp:txXfrm>
        <a:off x="0" y="1450623"/>
        <a:ext cx="10515600" cy="483363"/>
      </dsp:txXfrm>
    </dsp:sp>
    <dsp:sp modelId="{F716DB81-BA70-408B-8617-72CD82DA6F35}">
      <dsp:nvSpPr>
        <dsp:cNvPr id="0" name=""/>
        <dsp:cNvSpPr/>
      </dsp:nvSpPr>
      <dsp:spPr>
        <a:xfrm>
          <a:off x="0" y="1933987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D3C94F-8ADA-40DC-9BB0-785199BAD4B5}">
      <dsp:nvSpPr>
        <dsp:cNvPr id="0" name=""/>
        <dsp:cNvSpPr/>
      </dsp:nvSpPr>
      <dsp:spPr>
        <a:xfrm>
          <a:off x="0" y="1933987"/>
          <a:ext cx="10515600" cy="483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Performs well for clinical EEG tasks</a:t>
          </a:r>
          <a:endParaRPr lang="en-US" sz="2200" kern="1200" dirty="0"/>
        </a:p>
      </dsp:txBody>
      <dsp:txXfrm>
        <a:off x="0" y="1933987"/>
        <a:ext cx="10515600" cy="483363"/>
      </dsp:txXfrm>
    </dsp:sp>
    <dsp:sp modelId="{725509BE-F5AA-4637-B374-4A3202B7A79D}">
      <dsp:nvSpPr>
        <dsp:cNvPr id="0" name=""/>
        <dsp:cNvSpPr/>
      </dsp:nvSpPr>
      <dsp:spPr>
        <a:xfrm>
          <a:off x="0" y="2417350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134BE7-C79E-4E3B-BDEA-D089FC361FC5}">
      <dsp:nvSpPr>
        <dsp:cNvPr id="0" name=""/>
        <dsp:cNvSpPr/>
      </dsp:nvSpPr>
      <dsp:spPr>
        <a:xfrm>
          <a:off x="0" y="2417350"/>
          <a:ext cx="10515600" cy="483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b="1" kern="1200" dirty="0"/>
            <a:t>What </a:t>
          </a:r>
          <a:r>
            <a:rPr lang="en-GB" sz="2200" b="1" kern="1200" dirty="0" err="1"/>
            <a:t>EEGNet</a:t>
          </a:r>
          <a:r>
            <a:rPr lang="en-GB" sz="2200" b="1" kern="1200" dirty="0"/>
            <a:t> learns</a:t>
          </a:r>
          <a:endParaRPr lang="en-US" sz="2200" kern="1200" dirty="0"/>
        </a:p>
      </dsp:txBody>
      <dsp:txXfrm>
        <a:off x="0" y="2417350"/>
        <a:ext cx="10515600" cy="483363"/>
      </dsp:txXfrm>
    </dsp:sp>
    <dsp:sp modelId="{C0982935-AC3E-4F29-909F-D6D38CD6F442}">
      <dsp:nvSpPr>
        <dsp:cNvPr id="0" name=""/>
        <dsp:cNvSpPr/>
      </dsp:nvSpPr>
      <dsp:spPr>
        <a:xfrm>
          <a:off x="0" y="2900714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7EB6CD-82E7-4469-BB83-937A23A165C3}">
      <dsp:nvSpPr>
        <dsp:cNvPr id="0" name=""/>
        <dsp:cNvSpPr/>
      </dsp:nvSpPr>
      <dsp:spPr>
        <a:xfrm>
          <a:off x="0" y="2900714"/>
          <a:ext cx="10515600" cy="483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b="1" kern="1200"/>
            <a:t>Temporal filters</a:t>
          </a:r>
          <a:r>
            <a:rPr lang="en-GB" sz="2200" kern="1200"/>
            <a:t> → frequency-related EEG patterns (e.g., beta, alpha)</a:t>
          </a:r>
          <a:endParaRPr lang="en-US" sz="2200" kern="1200"/>
        </a:p>
      </dsp:txBody>
      <dsp:txXfrm>
        <a:off x="0" y="2900714"/>
        <a:ext cx="10515600" cy="483363"/>
      </dsp:txXfrm>
    </dsp:sp>
    <dsp:sp modelId="{C582BF6A-9959-4EC6-993F-6CBD833EC8C1}">
      <dsp:nvSpPr>
        <dsp:cNvPr id="0" name=""/>
        <dsp:cNvSpPr/>
      </dsp:nvSpPr>
      <dsp:spPr>
        <a:xfrm>
          <a:off x="0" y="3384078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FE10C9-836D-490D-88C4-4147246C192B}">
      <dsp:nvSpPr>
        <dsp:cNvPr id="0" name=""/>
        <dsp:cNvSpPr/>
      </dsp:nvSpPr>
      <dsp:spPr>
        <a:xfrm>
          <a:off x="0" y="3384078"/>
          <a:ext cx="10515600" cy="483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b="1" kern="1200" dirty="0" err="1"/>
            <a:t>Depthwise</a:t>
          </a:r>
          <a:r>
            <a:rPr lang="en-GB" sz="2200" b="1" kern="1200" dirty="0"/>
            <a:t> spatial filters</a:t>
          </a:r>
          <a:r>
            <a:rPr lang="en-GB" sz="2200" kern="1200" dirty="0"/>
            <a:t> → how channels interact (motor cortex patterns)</a:t>
          </a:r>
          <a:endParaRPr lang="en-US" sz="2200" kern="1200" dirty="0"/>
        </a:p>
      </dsp:txBody>
      <dsp:txXfrm>
        <a:off x="0" y="3384078"/>
        <a:ext cx="10515600" cy="483363"/>
      </dsp:txXfrm>
    </dsp:sp>
    <dsp:sp modelId="{9072F8CE-02AA-4A0C-AFC1-1AB8F755755D}">
      <dsp:nvSpPr>
        <dsp:cNvPr id="0" name=""/>
        <dsp:cNvSpPr/>
      </dsp:nvSpPr>
      <dsp:spPr>
        <a:xfrm>
          <a:off x="0" y="3867442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107E42-1642-4A85-8A4E-42AF42AC13A5}">
      <dsp:nvSpPr>
        <dsp:cNvPr id="0" name=""/>
        <dsp:cNvSpPr/>
      </dsp:nvSpPr>
      <dsp:spPr>
        <a:xfrm>
          <a:off x="0" y="3867442"/>
          <a:ext cx="10515600" cy="483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b="1" kern="1200" dirty="0"/>
            <a:t>Separable convolutions</a:t>
          </a:r>
          <a:r>
            <a:rPr lang="en-GB" sz="2200" kern="1200" dirty="0"/>
            <a:t> → efficient feature learning</a:t>
          </a:r>
          <a:endParaRPr lang="en-US" sz="2200" kern="1200" dirty="0"/>
        </a:p>
      </dsp:txBody>
      <dsp:txXfrm>
        <a:off x="0" y="3867442"/>
        <a:ext cx="10515600" cy="48336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B98ECF-9A5C-467B-9CE2-E55370FDDAD2}">
      <dsp:nvSpPr>
        <dsp:cNvPr id="0" name=""/>
        <dsp:cNvSpPr/>
      </dsp:nvSpPr>
      <dsp:spPr>
        <a:xfrm>
          <a:off x="930572" y="3032"/>
          <a:ext cx="2833338" cy="170000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300" kern="1200"/>
            <a:t>Accuracy</a:t>
          </a:r>
          <a:endParaRPr lang="en-US" sz="4300" kern="1200"/>
        </a:p>
      </dsp:txBody>
      <dsp:txXfrm>
        <a:off x="930572" y="3032"/>
        <a:ext cx="2833338" cy="1700003"/>
      </dsp:txXfrm>
    </dsp:sp>
    <dsp:sp modelId="{7D7983F6-C695-49B1-8C98-2075ED8DA161}">
      <dsp:nvSpPr>
        <dsp:cNvPr id="0" name=""/>
        <dsp:cNvSpPr/>
      </dsp:nvSpPr>
      <dsp:spPr>
        <a:xfrm>
          <a:off x="4047245" y="3032"/>
          <a:ext cx="2833338" cy="1700003"/>
        </a:xfrm>
        <a:prstGeom prst="rect">
          <a:avLst/>
        </a:prstGeom>
        <a:solidFill>
          <a:schemeClr val="accent5">
            <a:hueOff val="-2430430"/>
            <a:satOff val="-165"/>
            <a:lumOff val="39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300" kern="1200"/>
            <a:t>Precision</a:t>
          </a:r>
          <a:endParaRPr lang="en-US" sz="4300" kern="1200"/>
        </a:p>
      </dsp:txBody>
      <dsp:txXfrm>
        <a:off x="4047245" y="3032"/>
        <a:ext cx="2833338" cy="1700003"/>
      </dsp:txXfrm>
    </dsp:sp>
    <dsp:sp modelId="{235ACF69-1BEB-48BF-9282-BC99CCE70BF4}">
      <dsp:nvSpPr>
        <dsp:cNvPr id="0" name=""/>
        <dsp:cNvSpPr/>
      </dsp:nvSpPr>
      <dsp:spPr>
        <a:xfrm>
          <a:off x="7163917" y="3032"/>
          <a:ext cx="2833338" cy="1700003"/>
        </a:xfrm>
        <a:prstGeom prst="rect">
          <a:avLst/>
        </a:prstGeom>
        <a:solidFill>
          <a:schemeClr val="accent5">
            <a:hueOff val="-4860860"/>
            <a:satOff val="-330"/>
            <a:lumOff val="78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300" kern="1200"/>
            <a:t>Recall </a:t>
          </a:r>
          <a:endParaRPr lang="en-US" sz="4300" kern="1200"/>
        </a:p>
      </dsp:txBody>
      <dsp:txXfrm>
        <a:off x="7163917" y="3032"/>
        <a:ext cx="2833338" cy="1700003"/>
      </dsp:txXfrm>
    </dsp:sp>
    <dsp:sp modelId="{939098A0-9015-415F-8869-36ED92EC0C0A}">
      <dsp:nvSpPr>
        <dsp:cNvPr id="0" name=""/>
        <dsp:cNvSpPr/>
      </dsp:nvSpPr>
      <dsp:spPr>
        <a:xfrm>
          <a:off x="930572" y="1986369"/>
          <a:ext cx="2833338" cy="1700003"/>
        </a:xfrm>
        <a:prstGeom prst="rect">
          <a:avLst/>
        </a:prstGeom>
        <a:solidFill>
          <a:schemeClr val="accent5">
            <a:hueOff val="-7291290"/>
            <a:satOff val="-496"/>
            <a:lumOff val="117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300" kern="1200"/>
            <a:t>F1-Score</a:t>
          </a:r>
          <a:endParaRPr lang="en-US" sz="4300" kern="1200"/>
        </a:p>
      </dsp:txBody>
      <dsp:txXfrm>
        <a:off x="930572" y="1986369"/>
        <a:ext cx="2833338" cy="1700003"/>
      </dsp:txXfrm>
    </dsp:sp>
    <dsp:sp modelId="{204C36BB-A32A-4968-BCD4-8F0FF2481997}">
      <dsp:nvSpPr>
        <dsp:cNvPr id="0" name=""/>
        <dsp:cNvSpPr/>
      </dsp:nvSpPr>
      <dsp:spPr>
        <a:xfrm>
          <a:off x="4047245" y="1986369"/>
          <a:ext cx="2833338" cy="1700003"/>
        </a:xfrm>
        <a:prstGeom prst="rect">
          <a:avLst/>
        </a:prstGeom>
        <a:solidFill>
          <a:schemeClr val="accent5">
            <a:hueOff val="-9721720"/>
            <a:satOff val="-661"/>
            <a:lumOff val="156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300" kern="1200"/>
            <a:t>ROC–AUC</a:t>
          </a:r>
          <a:endParaRPr lang="en-US" sz="4300" kern="1200"/>
        </a:p>
      </dsp:txBody>
      <dsp:txXfrm>
        <a:off x="4047245" y="1986369"/>
        <a:ext cx="2833338" cy="1700003"/>
      </dsp:txXfrm>
    </dsp:sp>
    <dsp:sp modelId="{00DAACC5-5437-401E-AF09-979076C77257}">
      <dsp:nvSpPr>
        <dsp:cNvPr id="0" name=""/>
        <dsp:cNvSpPr/>
      </dsp:nvSpPr>
      <dsp:spPr>
        <a:xfrm>
          <a:off x="7163917" y="1986369"/>
          <a:ext cx="2833338" cy="1700003"/>
        </a:xfrm>
        <a:prstGeom prst="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300" kern="1200"/>
            <a:t>Confusion Matrix</a:t>
          </a:r>
          <a:endParaRPr lang="en-US" sz="4300" kern="1200"/>
        </a:p>
      </dsp:txBody>
      <dsp:txXfrm>
        <a:off x="7163917" y="1986369"/>
        <a:ext cx="2833338" cy="170000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C12708-16BF-4117-AAD2-0C088D1011E5}">
      <dsp:nvSpPr>
        <dsp:cNvPr id="0" name=""/>
        <dsp:cNvSpPr/>
      </dsp:nvSpPr>
      <dsp:spPr>
        <a:xfrm>
          <a:off x="0" y="3400"/>
          <a:ext cx="10515600" cy="724290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5CC460-2BDE-4FD2-AFA9-FC2B8A3BC35E}">
      <dsp:nvSpPr>
        <dsp:cNvPr id="0" name=""/>
        <dsp:cNvSpPr/>
      </dsp:nvSpPr>
      <dsp:spPr>
        <a:xfrm>
          <a:off x="219097" y="166365"/>
          <a:ext cx="398359" cy="39835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D37456-139F-44FD-8C57-63781DF940B8}">
      <dsp:nvSpPr>
        <dsp:cNvPr id="0" name=""/>
        <dsp:cNvSpPr/>
      </dsp:nvSpPr>
      <dsp:spPr>
        <a:xfrm>
          <a:off x="836555" y="3400"/>
          <a:ext cx="9679044" cy="7242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54" tIns="76654" rIns="76654" bIns="76654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b="1" kern="1200"/>
            <a:t>Deployment Approach:</a:t>
          </a:r>
          <a:r>
            <a:rPr lang="en-GB" sz="1500" kern="1200"/>
            <a:t> Web-based clinical prototype using a separated frontend and backend architecture.</a:t>
          </a:r>
          <a:endParaRPr lang="en-US" sz="1500" kern="1200"/>
        </a:p>
      </dsp:txBody>
      <dsp:txXfrm>
        <a:off x="836555" y="3400"/>
        <a:ext cx="9679044" cy="724290"/>
      </dsp:txXfrm>
    </dsp:sp>
    <dsp:sp modelId="{A0423049-D5D8-423F-844D-4CF46CCA663B}">
      <dsp:nvSpPr>
        <dsp:cNvPr id="0" name=""/>
        <dsp:cNvSpPr/>
      </dsp:nvSpPr>
      <dsp:spPr>
        <a:xfrm>
          <a:off x="0" y="908763"/>
          <a:ext cx="10515600" cy="724290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896911-F0FC-4605-92F5-1126DA133528}">
      <dsp:nvSpPr>
        <dsp:cNvPr id="0" name=""/>
        <dsp:cNvSpPr/>
      </dsp:nvSpPr>
      <dsp:spPr>
        <a:xfrm>
          <a:off x="219097" y="1071728"/>
          <a:ext cx="398359" cy="39835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F6771D-BE27-4CFA-8DCF-7AC47AF363E7}">
      <dsp:nvSpPr>
        <dsp:cNvPr id="0" name=""/>
        <dsp:cNvSpPr/>
      </dsp:nvSpPr>
      <dsp:spPr>
        <a:xfrm>
          <a:off x="836555" y="908763"/>
          <a:ext cx="9679044" cy="7242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54" tIns="76654" rIns="76654" bIns="76654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b="1" kern="1200"/>
            <a:t>Streamlit (Frontend UI):</a:t>
          </a:r>
          <a:r>
            <a:rPr lang="en-GB" sz="1500" kern="1200"/>
            <a:t> provides an interactive web page for users to upload EEG recordings, adjust analysis settings, and view results.</a:t>
          </a:r>
          <a:endParaRPr lang="en-US" sz="1500" kern="1200"/>
        </a:p>
      </dsp:txBody>
      <dsp:txXfrm>
        <a:off x="836555" y="908763"/>
        <a:ext cx="9679044" cy="724290"/>
      </dsp:txXfrm>
    </dsp:sp>
    <dsp:sp modelId="{E6B9DF37-3270-4204-8A07-36305A48954B}">
      <dsp:nvSpPr>
        <dsp:cNvPr id="0" name=""/>
        <dsp:cNvSpPr/>
      </dsp:nvSpPr>
      <dsp:spPr>
        <a:xfrm>
          <a:off x="0" y="1814126"/>
          <a:ext cx="10515600" cy="724290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B7F5DA-6CAA-4F60-91C2-FBBDAF87A629}">
      <dsp:nvSpPr>
        <dsp:cNvPr id="0" name=""/>
        <dsp:cNvSpPr/>
      </dsp:nvSpPr>
      <dsp:spPr>
        <a:xfrm>
          <a:off x="219097" y="1977092"/>
          <a:ext cx="398359" cy="39835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C840D2-7282-4CE6-8A4F-1540E13A999F}">
      <dsp:nvSpPr>
        <dsp:cNvPr id="0" name=""/>
        <dsp:cNvSpPr/>
      </dsp:nvSpPr>
      <dsp:spPr>
        <a:xfrm>
          <a:off x="836555" y="1814126"/>
          <a:ext cx="9679044" cy="7242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54" tIns="76654" rIns="76654" bIns="76654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b="1" kern="1200"/>
            <a:t>FastAPI (Backend Service):</a:t>
          </a:r>
          <a:r>
            <a:rPr lang="en-GB" sz="1500" kern="1200"/>
            <a:t> hosts the EEG processing and inference pipeline, running preprocessing (MNE) and EEGNet predictions.</a:t>
          </a:r>
          <a:endParaRPr lang="en-US" sz="1500" kern="1200"/>
        </a:p>
      </dsp:txBody>
      <dsp:txXfrm>
        <a:off x="836555" y="1814126"/>
        <a:ext cx="9679044" cy="724290"/>
      </dsp:txXfrm>
    </dsp:sp>
    <dsp:sp modelId="{68A1E01A-6B3B-41E5-A1B8-93BFA9CFEDEB}">
      <dsp:nvSpPr>
        <dsp:cNvPr id="0" name=""/>
        <dsp:cNvSpPr/>
      </dsp:nvSpPr>
      <dsp:spPr>
        <a:xfrm>
          <a:off x="0" y="2719489"/>
          <a:ext cx="10515600" cy="724290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BB3DD3-38A0-4081-B83E-28330DEAAD37}">
      <dsp:nvSpPr>
        <dsp:cNvPr id="0" name=""/>
        <dsp:cNvSpPr/>
      </dsp:nvSpPr>
      <dsp:spPr>
        <a:xfrm>
          <a:off x="219097" y="2882455"/>
          <a:ext cx="398359" cy="39835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276AD5-5F23-4E92-8774-FE7876C3AE86}">
      <dsp:nvSpPr>
        <dsp:cNvPr id="0" name=""/>
        <dsp:cNvSpPr/>
      </dsp:nvSpPr>
      <dsp:spPr>
        <a:xfrm>
          <a:off x="836555" y="2719489"/>
          <a:ext cx="9679044" cy="7242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54" tIns="76654" rIns="76654" bIns="76654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b="1" kern="1200"/>
            <a:t>Model Inference Flow:</a:t>
          </a:r>
          <a:br>
            <a:rPr lang="en-GB" sz="1500" kern="1200"/>
          </a:br>
          <a:r>
            <a:rPr lang="en-GB" sz="1500" kern="1200"/>
            <a:t>Upload EEG → preprocessing &amp; epoching → EEGNet prediction → probability + label returned → results displayed in UI.</a:t>
          </a:r>
          <a:endParaRPr lang="en-US" sz="1500" kern="1200"/>
        </a:p>
      </dsp:txBody>
      <dsp:txXfrm>
        <a:off x="836555" y="2719489"/>
        <a:ext cx="9679044" cy="724290"/>
      </dsp:txXfrm>
    </dsp:sp>
    <dsp:sp modelId="{457ED00A-BE3C-4C84-B333-461C600101ED}">
      <dsp:nvSpPr>
        <dsp:cNvPr id="0" name=""/>
        <dsp:cNvSpPr/>
      </dsp:nvSpPr>
      <dsp:spPr>
        <a:xfrm>
          <a:off x="0" y="3624853"/>
          <a:ext cx="10515600" cy="724290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F23B41-D62D-4015-A866-A686324A1282}">
      <dsp:nvSpPr>
        <dsp:cNvPr id="0" name=""/>
        <dsp:cNvSpPr/>
      </dsp:nvSpPr>
      <dsp:spPr>
        <a:xfrm>
          <a:off x="219097" y="3787818"/>
          <a:ext cx="398359" cy="39835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CC4AB5-AC66-4D7A-BBCE-325BF29F9BCB}">
      <dsp:nvSpPr>
        <dsp:cNvPr id="0" name=""/>
        <dsp:cNvSpPr/>
      </dsp:nvSpPr>
      <dsp:spPr>
        <a:xfrm>
          <a:off x="836555" y="3624853"/>
          <a:ext cx="9679044" cy="7242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54" tIns="76654" rIns="76654" bIns="76654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b="1" kern="1200"/>
            <a:t>Output Display:</a:t>
          </a:r>
          <a:r>
            <a:rPr lang="en-GB" sz="1500" kern="1200"/>
            <a:t> predicted class (Parkinson’s vs Control), confidence score, and an optional short interpretation message.</a:t>
          </a:r>
          <a:endParaRPr lang="en-US" sz="1500" kern="1200"/>
        </a:p>
      </dsp:txBody>
      <dsp:txXfrm>
        <a:off x="836555" y="3624853"/>
        <a:ext cx="9679044" cy="7242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134C4-2490-766D-7FC8-45C6CB574B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99BDC0-FD7B-6F38-4669-04877F57D7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42C5C2-A97B-1F28-986F-B5A4E59A7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98189-CA91-414C-BF17-EB38C3559D40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628F00-E9D5-AA09-71AB-E3AC09EDD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7D51C-5DBD-5E3F-4542-2CCAE29A6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197C1-8690-4239-AA0C-F1315B4B9E4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73408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F6124-7A5E-FA86-3F7F-59ED9462E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CC4816-A2DC-20BA-DD4B-2468392468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CB8A3-8082-1DAC-21DC-41CE3C433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98189-CA91-414C-BF17-EB38C3559D40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C9514-3BCE-CF5E-71FA-7202DC032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2E52B-5505-30CD-F441-F88E2C75C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197C1-8690-4239-AA0C-F1315B4B9E4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0722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8222E-B131-46EA-4553-16A1EF892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CE7C8D-64DA-73F9-4B15-F76EAE7DE4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B38616-5936-422E-A923-A921CD9CC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98189-CA91-414C-BF17-EB38C3559D40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4D23A7-B297-046B-A3E1-35729204E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41014-7FF2-18A4-F835-CFF8326D6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197C1-8690-4239-AA0C-F1315B4B9E4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77084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072E5-100A-F231-06E2-963D0BC4F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772D5F-C599-431C-718A-CE48396ECF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62DF42-9C60-C8AE-F1F8-7688A95EF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115A6E-8118-88AD-F06F-13658469B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98189-CA91-414C-BF17-EB38C3559D40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B074CF-392B-472B-FC17-D40931C76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0E8565-574A-F6EA-AC0C-A2D1A0C98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197C1-8690-4239-AA0C-F1315B4B9E4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8822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D9DCE-A24D-27C3-F579-85DD1C38A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A3ABA9-B87E-2D2C-D5E5-7F55E93608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715244-E53E-2E01-E202-0FC33AD1E2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943DD4-DF54-1B23-EE9A-9872E7E7C3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9601EC-11AE-A158-0F8E-13DA83AEEF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1FB387-6382-7289-1420-296D4F0DE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98189-CA91-414C-BF17-EB38C3559D40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F8EAD2-7E5A-6357-48C7-622C93B3E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9A33F6-CEDD-1168-E7B2-C6EBB0E80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197C1-8690-4239-AA0C-F1315B4B9E4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9486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7E2CC-E837-44ED-B7F9-88DAA77BD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E3E946-11D0-A5D1-40CD-54F5EB48B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98189-CA91-414C-BF17-EB38C3559D40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597CFB-ECF1-594E-6634-33FCE472F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26A1C1-6C64-1BF9-4106-CBCD74974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197C1-8690-4239-AA0C-F1315B4B9E4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8198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AB9A06-8A69-4543-411B-A3B441B31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98189-CA91-414C-BF17-EB38C3559D40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FC5DFD-E3E8-3CCC-A5CA-DB15D2C14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8B52DF-5C86-D115-2AF9-A83C8EA26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197C1-8690-4239-AA0C-F1315B4B9E4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70063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038AB-E504-C06A-3B31-1EC7F7C67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742D88-55E7-6017-8788-0835B25FBF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F374C8-1E36-97DF-5E62-67360134FC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55C39A-9A22-46EC-306F-A5517EC12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98189-CA91-414C-BF17-EB38C3559D40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55C417-8ECE-10D4-4424-C1CA0CC76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FD6D02-B858-9225-D260-BD1BD7192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197C1-8690-4239-AA0C-F1315B4B9E4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38519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25F0D-3630-4163-BAE2-7DB0A3077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272970-97A7-A468-64DA-6BA3EC9BD1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FC6606-48D0-3E9F-4207-ED250A7444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D8C154-7F4A-85A4-5792-6F2A13CF7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98189-CA91-414C-BF17-EB38C3559D40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F1B844-630B-AD4F-25EA-2D196FE2A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C0B08D-BBB7-2B8F-C7C0-B2659C223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197C1-8690-4239-AA0C-F1315B4B9E4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7687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F0611-AE19-9226-3DBC-56F5AB05F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0E9CCD-9A93-FA7E-E792-1CA45A2D0E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3D4DA3-2DCE-0E88-F8F0-913B3BABB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98189-CA91-414C-BF17-EB38C3559D40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72EBF-80B7-DB8B-EA43-51A95C5ED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D62910-950E-7B1E-220B-61B76F53C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197C1-8690-4239-AA0C-F1315B4B9E4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51388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51DB41-BACC-9079-C8F6-D35D11FCC3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960DB8-5CEA-58A3-5246-C8531DF9D1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DF87D8-63D5-15BC-C8EA-74EB65367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98189-CA91-414C-BF17-EB38C3559D40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7B0240-C336-9085-AC38-1971AE63C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226C85-2EF2-BEEA-85C9-9DFB922A2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197C1-8690-4239-AA0C-F1315B4B9E4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9145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6D8660-D50E-4C0C-0795-E60870BB4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25CF67-E7A1-57B1-C577-680A74BF3A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2F8F2A-5889-2D1D-CC36-EDD4846980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B98189-CA91-414C-BF17-EB38C3559D40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0360D7-5D7E-8E26-6E1A-DBEE79E81C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6E438D-DD93-C8AB-D6A6-87A3A6082C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1197C1-8690-4239-AA0C-F1315B4B9E4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9044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740BB4-9DA5-7C2C-683C-38B44EE35C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62567" y="818984"/>
            <a:ext cx="6714699" cy="3178689"/>
          </a:xfrm>
        </p:spPr>
        <p:txBody>
          <a:bodyPr>
            <a:normAutofit/>
          </a:bodyPr>
          <a:lstStyle/>
          <a:p>
            <a:pPr algn="l"/>
            <a:r>
              <a:rPr lang="en-GB" sz="4800" dirty="0">
                <a:solidFill>
                  <a:srgbClr val="FFFFFF"/>
                </a:solidFill>
              </a:rPr>
              <a:t>Project Update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7985B8-FB4D-5358-2A74-5B6184FB18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85397" y="4960961"/>
            <a:ext cx="7055893" cy="1078054"/>
          </a:xfrm>
        </p:spPr>
        <p:txBody>
          <a:bodyPr>
            <a:normAutofit/>
          </a:bodyPr>
          <a:lstStyle/>
          <a:p>
            <a:pPr algn="l"/>
            <a:endParaRPr lang="en-GB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56671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A4686-B4D4-A4E7-6E04-53EC28914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 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E56C221-8A81-3BE3-CB30-E2B2C94316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42038" y="0"/>
            <a:ext cx="4541989" cy="6812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8614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F1DC68-F8B0-CC88-6409-1068BF884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Work Completed So Far (Progress)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A926B9-0010-5A6F-E139-796D5E3AC8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186" y="1730760"/>
            <a:ext cx="7870927" cy="3683358"/>
          </a:xfrm>
        </p:spPr>
        <p:txBody>
          <a:bodyPr anchor="ctr">
            <a:normAutofit/>
          </a:bodyPr>
          <a:lstStyle/>
          <a:p>
            <a:r>
              <a:rPr lang="en-GB" dirty="0"/>
              <a:t> EEG signals loaded using MNE-BIDS framework</a:t>
            </a:r>
          </a:p>
          <a:p>
            <a:r>
              <a:rPr lang="en-GB" dirty="0"/>
              <a:t>Channel reduction to clinically relevant motor-cortex regions</a:t>
            </a:r>
          </a:p>
          <a:p>
            <a:pPr marL="0" indent="0">
              <a:buNone/>
            </a:pPr>
            <a:r>
              <a:rPr lang="en-GB" dirty="0"/>
              <a:t>Filtering applied:</a:t>
            </a:r>
          </a:p>
          <a:p>
            <a:r>
              <a:rPr lang="en-GB" dirty="0"/>
              <a:t>Bandpass: 0.5–45 Hz</a:t>
            </a:r>
          </a:p>
          <a:p>
            <a:r>
              <a:rPr lang="en-GB" dirty="0"/>
              <a:t>Notch: 50 Hz (line noise removal)</a:t>
            </a:r>
          </a:p>
          <a:p>
            <a:r>
              <a:rPr lang="en-GB" dirty="0"/>
              <a:t>Montage standardisation</a:t>
            </a:r>
            <a:endParaRPr lang="en-GB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214597-C8C1-712C-F723-7CFD1608D1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5688" y="1730760"/>
            <a:ext cx="3306577" cy="23651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DE051AD-33C2-882D-E683-3BF30EAEEF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576" y="4075855"/>
            <a:ext cx="4438072" cy="267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3495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4EC6B9-BA55-0DB9-6015-6E049B839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GB" sz="4000">
                <a:solidFill>
                  <a:srgbClr val="FFFFFF"/>
                </a:solidFill>
              </a:rPr>
              <a:t>Signal Processing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E71C29-867F-17E1-A9AE-4179DD5C8D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000" b="1" dirty="0"/>
              <a:t>1. Physiological Noise Removal</a:t>
            </a:r>
            <a:endParaRPr lang="en-GB" sz="2000" dirty="0"/>
          </a:p>
          <a:p>
            <a:pPr marL="0" indent="0">
              <a:buNone/>
            </a:pPr>
            <a:r>
              <a:rPr lang="en-GB" sz="2000" dirty="0"/>
              <a:t>ICA (Independent Component Analysis)</a:t>
            </a:r>
          </a:p>
          <a:p>
            <a:r>
              <a:rPr lang="en-GB" sz="2000" dirty="0"/>
              <a:t>Removes:</a:t>
            </a:r>
          </a:p>
          <a:p>
            <a:pPr lvl="1"/>
            <a:r>
              <a:rPr lang="en-GB" sz="2000" dirty="0"/>
              <a:t>Eye blinks</a:t>
            </a:r>
          </a:p>
          <a:p>
            <a:pPr lvl="1"/>
            <a:r>
              <a:rPr lang="en-GB" sz="2000" dirty="0"/>
              <a:t>Muscle activity</a:t>
            </a:r>
          </a:p>
          <a:p>
            <a:pPr lvl="1"/>
            <a:r>
              <a:rPr lang="en-GB" sz="2000" dirty="0"/>
              <a:t>Cardiac artefacts</a:t>
            </a:r>
          </a:p>
          <a:p>
            <a:pPr marL="0" indent="0">
              <a:buNone/>
            </a:pPr>
            <a:r>
              <a:rPr lang="en-GB" sz="2000" b="1" dirty="0"/>
              <a:t>2. </a:t>
            </a:r>
            <a:r>
              <a:rPr lang="en-GB" sz="2000" b="1" dirty="0" err="1"/>
              <a:t>Epoching</a:t>
            </a:r>
            <a:r>
              <a:rPr lang="en-GB" sz="2000" b="1" dirty="0"/>
              <a:t> Strategy</a:t>
            </a:r>
            <a:endParaRPr lang="en-GB" sz="2000" dirty="0"/>
          </a:p>
          <a:p>
            <a:pPr marL="0" indent="0">
              <a:buNone/>
            </a:pPr>
            <a:r>
              <a:rPr lang="en-GB" sz="2000" dirty="0"/>
              <a:t>Segment signals into </a:t>
            </a:r>
            <a:r>
              <a:rPr lang="en-GB" sz="2000" b="1" dirty="0"/>
              <a:t>1.5-second overlapping windows</a:t>
            </a:r>
            <a:endParaRPr lang="en-GB" sz="2000" dirty="0"/>
          </a:p>
          <a:p>
            <a:r>
              <a:rPr lang="en-GB" sz="2000" dirty="0"/>
              <a:t>20% overlap improves:</a:t>
            </a:r>
          </a:p>
          <a:p>
            <a:pPr lvl="1"/>
            <a:r>
              <a:rPr lang="en-GB" sz="2000" dirty="0"/>
              <a:t>Temporal sensitivity</a:t>
            </a:r>
          </a:p>
          <a:p>
            <a:pPr lvl="1"/>
            <a:r>
              <a:rPr lang="en-GB" sz="2000" dirty="0"/>
              <a:t>Dataset size</a:t>
            </a:r>
          </a:p>
          <a:p>
            <a:pPr lvl="1"/>
            <a:r>
              <a:rPr lang="en-GB" sz="2000" dirty="0"/>
              <a:t>Model stability</a:t>
            </a:r>
          </a:p>
          <a:p>
            <a:pPr marL="0" indent="0">
              <a:buNone/>
            </a:pPr>
            <a:r>
              <a:rPr lang="en-GB" sz="2000" b="1" dirty="0"/>
              <a:t>3. Baseline Correction</a:t>
            </a:r>
            <a:br>
              <a:rPr lang="en-GB" sz="2000" dirty="0"/>
            </a:br>
            <a:r>
              <a:rPr lang="en-GB" sz="2000" dirty="0"/>
              <a:t>Normalises each trial to reduce drift.</a:t>
            </a:r>
          </a:p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56144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D485874-3CE7-C7D8-3B4D-CB633EEA67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81956" y="643466"/>
            <a:ext cx="7428088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8899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ADA76F-ABDC-BC50-3C89-3257DB165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GB" sz="4000" dirty="0">
                <a:solidFill>
                  <a:srgbClr val="FFFFFF"/>
                </a:solidFill>
              </a:rPr>
              <a:t>Feature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3AB497-4DFA-8C4C-4D8B-CC6844FE42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1600" b="1" dirty="0"/>
              <a:t>Time domain features </a:t>
            </a:r>
          </a:p>
          <a:p>
            <a:pPr marL="0" indent="0">
              <a:buNone/>
            </a:pPr>
            <a:r>
              <a:rPr lang="en-GB" sz="1600" dirty="0"/>
              <a:t>Per channel statistical moments: std, mean, skew, kurtosis </a:t>
            </a:r>
          </a:p>
          <a:p>
            <a:pPr marL="0" indent="0">
              <a:buNone/>
            </a:pPr>
            <a:endParaRPr lang="en-GB" sz="1600" dirty="0"/>
          </a:p>
          <a:p>
            <a:pPr marL="0" indent="0">
              <a:buNone/>
            </a:pPr>
            <a:r>
              <a:rPr lang="en-GB" sz="1600" b="1" dirty="0"/>
              <a:t>Frequency domain features </a:t>
            </a:r>
          </a:p>
          <a:p>
            <a:pPr marL="0" indent="0">
              <a:buNone/>
            </a:pPr>
            <a:r>
              <a:rPr lang="en-GB" sz="1600" dirty="0"/>
              <a:t>We used PSD to compute band powers </a:t>
            </a:r>
          </a:p>
          <a:p>
            <a:r>
              <a:rPr lang="en-GB" sz="1600" b="1" dirty="0"/>
              <a:t>Delta (0.5–4 Hz)</a:t>
            </a:r>
            <a:r>
              <a:rPr lang="en-GB" sz="1600" dirty="0"/>
              <a:t> → cortical slowing</a:t>
            </a:r>
          </a:p>
          <a:p>
            <a:r>
              <a:rPr lang="en-GB" sz="1600" b="1" dirty="0"/>
              <a:t>Theta (4–8 Hz)</a:t>
            </a:r>
            <a:r>
              <a:rPr lang="en-GB" sz="1600" dirty="0"/>
              <a:t> → cognitive control changes</a:t>
            </a:r>
          </a:p>
          <a:p>
            <a:r>
              <a:rPr lang="en-GB" sz="1600" b="1" dirty="0"/>
              <a:t>Alpha (8–13 Hz)</a:t>
            </a:r>
            <a:r>
              <a:rPr lang="en-GB" sz="1600" dirty="0"/>
              <a:t> → motor inhibition disruption</a:t>
            </a:r>
          </a:p>
          <a:p>
            <a:r>
              <a:rPr lang="en-GB" sz="1600" b="1" dirty="0"/>
              <a:t>Beta (13–30 Hz)</a:t>
            </a:r>
            <a:r>
              <a:rPr lang="en-GB" sz="1600" dirty="0"/>
              <a:t> → key Parkinson’s biomarker</a:t>
            </a:r>
          </a:p>
          <a:p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23901389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2DAD5-4D22-030B-6C26-8618D1539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Models &amp; Algorithms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81FA986-835E-C1C7-3076-D32B7BC1BC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0356758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341218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C57929-C139-357C-E90A-C2865BCEE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GB" sz="4000">
                <a:solidFill>
                  <a:srgbClr val="FFFFFF"/>
                </a:solidFill>
              </a:rPr>
              <a:t>Testing &amp; Validation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00F82-3F89-64AC-86EF-A364046F1F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000" dirty="0"/>
              <a:t>We will split the data into training and testing  and after training, we will do cross validation. </a:t>
            </a:r>
          </a:p>
        </p:txBody>
      </p:sp>
    </p:spTree>
    <p:extLst>
      <p:ext uri="{BB962C8B-B14F-4D97-AF65-F5344CB8AC3E}">
        <p14:creationId xmlns:p14="http://schemas.microsoft.com/office/powerpoint/2010/main" val="10094188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42AF7E-308A-014D-387C-901F20F2B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Evaluation &amp; Accuracy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A8F4539-0A64-310D-7784-44F526114C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9846674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415461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5D2778-BD8E-6E74-22FA-012B19CFC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>
            <a:normAutofit/>
          </a:bodyPr>
          <a:lstStyle/>
          <a:p>
            <a:pPr algn="ctr"/>
            <a:r>
              <a:rPr lang="en-GB" sz="3600" b="1"/>
              <a:t>Operational Deployment Plan (Streamlit + FastAPI)</a:t>
            </a:r>
            <a:br>
              <a:rPr lang="en-GB" sz="3600" b="1"/>
            </a:br>
            <a:endParaRPr lang="en-GB" sz="360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3AF2F36-3B86-10A9-20A0-B2BDFB9BE6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89451687"/>
              </p:ext>
            </p:extLst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046996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CB71B-69D9-4121-CA88-E7008B5F2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A3A305-C911-C842-B9CA-9670E566B2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 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B19675-0DE0-2FC8-DEE0-FB8938CC00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2192" y="0"/>
            <a:ext cx="34876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2311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</TotalTime>
  <Words>372</Words>
  <Application>Microsoft Macintosh PowerPoint</Application>
  <PresentationFormat>Widescreen</PresentationFormat>
  <Paragraphs>60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Project Update</vt:lpstr>
      <vt:lpstr>  </vt:lpstr>
      <vt:lpstr>Work Completed So Far (Progress)</vt:lpstr>
      <vt:lpstr>Signal Processing Methods</vt:lpstr>
      <vt:lpstr>PowerPoint Presentation</vt:lpstr>
      <vt:lpstr>Feature Engineering</vt:lpstr>
      <vt:lpstr>Models &amp; Algorithms</vt:lpstr>
      <vt:lpstr>Testing &amp; Validation </vt:lpstr>
      <vt:lpstr>Evaluation &amp; Accuracy</vt:lpstr>
      <vt:lpstr>Operational Deployment Plan (Streamlit + FastAPI) </vt:lpstr>
      <vt:lpstr>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Justyna Dobersztajn</dc:creator>
  <cp:lastModifiedBy>Diba Dabiransari</cp:lastModifiedBy>
  <cp:revision>2</cp:revision>
  <dcterms:created xsi:type="dcterms:W3CDTF">2026-02-17T10:35:00Z</dcterms:created>
  <dcterms:modified xsi:type="dcterms:W3CDTF">2026-02-17T13:17:36Z</dcterms:modified>
</cp:coreProperties>
</file>