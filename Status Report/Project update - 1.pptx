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306" r:id="rId5"/>
    <p:sldId id="305" r:id="rId6"/>
    <p:sldId id="307" r:id="rId7"/>
    <p:sldId id="260" r:id="rId8"/>
  </p:sldIdLst>
  <p:sldSz cx="9144000" cy="5143500" type="screen16x9"/>
  <p:notesSz cx="6858000" cy="9144000"/>
  <p:embeddedFontLst>
    <p:embeddedFont>
      <p:font typeface="Montserrat ExtraBold"/>
      <p:regular r:id="rId12"/>
    </p:embeddedFont>
    <p:embeddedFont>
      <p:font typeface="Montserrat" panose="00000500000000000000"/>
      <p:regular r:id="rId13"/>
    </p:embeddedFont>
    <p:embeddedFont>
      <p:font typeface="Montserrat ExtraLight"/>
      <p:regular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font" Target="fonts/font3.fntdata"/><Relationship Id="rId13" Type="http://schemas.openxmlformats.org/officeDocument/2006/relationships/font" Target="fonts/font2.fntdata"/><Relationship Id="rId12" Type="http://schemas.openxmlformats.org/officeDocument/2006/relationships/font" Target="fonts/font1.fntdata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729023341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7290233416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 txBox="1">
            <a:spLocks noGrp="1"/>
          </p:cNvSpPr>
          <p:nvPr>
            <p:ph type="ctrTitle"/>
          </p:nvPr>
        </p:nvSpPr>
        <p:spPr>
          <a:xfrm>
            <a:off x="1850525" y="1157925"/>
            <a:ext cx="5442900" cy="26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" name="Google Shape;59;p16"/>
          <p:cNvSpPr txBox="1">
            <a:spLocks noGrp="1"/>
          </p:cNvSpPr>
          <p:nvPr>
            <p:ph type="subTitle" idx="1"/>
          </p:nvPr>
        </p:nvSpPr>
        <p:spPr>
          <a:xfrm>
            <a:off x="2481900" y="3945600"/>
            <a:ext cx="418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 panose="00000500000000000000"/>
              <a:buNone/>
              <a:defRPr sz="2800">
                <a:solidFill>
                  <a:schemeClr val="dk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 panose="00000500000000000000"/>
              <a:buNone/>
              <a:defRPr sz="2800">
                <a:solidFill>
                  <a:schemeClr val="dk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 panose="00000500000000000000"/>
              <a:buNone/>
              <a:defRPr sz="2800">
                <a:solidFill>
                  <a:schemeClr val="dk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 panose="00000500000000000000"/>
              <a:buNone/>
              <a:defRPr sz="2800">
                <a:solidFill>
                  <a:schemeClr val="dk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 panose="00000500000000000000"/>
              <a:buNone/>
              <a:defRPr sz="2800">
                <a:solidFill>
                  <a:schemeClr val="dk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 panose="00000500000000000000"/>
              <a:buNone/>
              <a:defRPr sz="2800">
                <a:solidFill>
                  <a:schemeClr val="dk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 panose="00000500000000000000"/>
              <a:buNone/>
              <a:defRPr sz="2800">
                <a:solidFill>
                  <a:schemeClr val="dk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 panose="00000500000000000000"/>
              <a:buNone/>
              <a:defRPr sz="2800">
                <a:solidFill>
                  <a:schemeClr val="dk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 panose="00000500000000000000"/>
              <a:buChar char="●"/>
              <a:defRPr sz="1800">
                <a:solidFill>
                  <a:schemeClr val="dk2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 panose="00000500000000000000"/>
              <a:buChar char="○"/>
              <a:defRPr>
                <a:solidFill>
                  <a:schemeClr val="dk2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 panose="00000500000000000000"/>
              <a:buChar char="■"/>
              <a:defRPr>
                <a:solidFill>
                  <a:schemeClr val="dk2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 panose="00000500000000000000"/>
              <a:buChar char="●"/>
              <a:defRPr>
                <a:solidFill>
                  <a:schemeClr val="dk2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 panose="00000500000000000000"/>
              <a:buChar char="○"/>
              <a:defRPr>
                <a:solidFill>
                  <a:schemeClr val="dk2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 panose="00000500000000000000"/>
              <a:buChar char="■"/>
              <a:defRPr>
                <a:solidFill>
                  <a:schemeClr val="dk2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 panose="00000500000000000000"/>
              <a:buChar char="●"/>
              <a:defRPr>
                <a:solidFill>
                  <a:schemeClr val="dk2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 panose="00000500000000000000"/>
              <a:buChar char="○"/>
              <a:defRPr>
                <a:solidFill>
                  <a:schemeClr val="dk2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 panose="00000500000000000000"/>
              <a:buChar char="■"/>
              <a:defRPr>
                <a:solidFill>
                  <a:schemeClr val="dk2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8"/>
          <p:cNvSpPr txBox="1">
            <a:spLocks noGrp="1"/>
          </p:cNvSpPr>
          <p:nvPr>
            <p:ph type="ctrTitle"/>
          </p:nvPr>
        </p:nvSpPr>
        <p:spPr>
          <a:xfrm>
            <a:off x="1620645" y="1382291"/>
            <a:ext cx="5610854" cy="1189458"/>
          </a:xfrm>
          <a:prstGeom prst="rect">
            <a:avLst/>
          </a:prstGeom>
          <a:effectLst>
            <a:outerShdw blurRad="142875" dist="19050" dir="87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300" dirty="0"/>
              <a:t>Early Detection of Parkinson’s Disease Using Machine Learning Techniques</a:t>
            </a:r>
            <a:endParaRPr sz="2300" dirty="0"/>
          </a:p>
        </p:txBody>
      </p:sp>
      <p:sp>
        <p:nvSpPr>
          <p:cNvPr id="164" name="Google Shape;164;p38"/>
          <p:cNvSpPr txBox="1">
            <a:spLocks noGrp="1"/>
          </p:cNvSpPr>
          <p:nvPr>
            <p:ph type="ctrTitle"/>
          </p:nvPr>
        </p:nvSpPr>
        <p:spPr>
          <a:xfrm>
            <a:off x="2941650" y="2571750"/>
            <a:ext cx="3260700" cy="464700"/>
          </a:xfrm>
          <a:prstGeom prst="rect">
            <a:avLst/>
          </a:prstGeom>
          <a:effectLst>
            <a:outerShdw blurRad="100013" dist="19050" dir="84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1100" b="0" dirty="0"/>
              <a:t>COS6032-E Industry AI Project</a:t>
            </a:r>
            <a:endParaRPr sz="1100" b="0" dirty="0">
              <a:latin typeface="Montserrat ExtraLight"/>
              <a:ea typeface="Montserrat ExtraLight"/>
              <a:cs typeface="Montserrat ExtraLight"/>
              <a:sym typeface="Montserrat ExtraLight"/>
            </a:endParaRPr>
          </a:p>
        </p:txBody>
      </p:sp>
      <p:cxnSp>
        <p:nvCxnSpPr>
          <p:cNvPr id="165" name="Google Shape;165;p38"/>
          <p:cNvCxnSpPr/>
          <p:nvPr/>
        </p:nvCxnSpPr>
        <p:spPr>
          <a:xfrm>
            <a:off x="3190500" y="2571750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" grpId="0"/>
      <p:bldP spid="16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73" y="143985"/>
            <a:ext cx="4629300" cy="495352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Project Charter :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4" name="Google Shape;165;p38"/>
          <p:cNvCxnSpPr/>
          <p:nvPr/>
        </p:nvCxnSpPr>
        <p:spPr>
          <a:xfrm>
            <a:off x="187105" y="602558"/>
            <a:ext cx="3054183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3" name="Picture 2" descr="Project Charter"/>
          <p:cNvPicPr>
            <a:picLocks noChangeAspect="1"/>
          </p:cNvPicPr>
          <p:nvPr/>
        </p:nvPicPr>
        <p:blipFill>
          <a:blip r:embed="rId1"/>
          <a:srcRect l="1903" t="12333" r="1764" b="2914"/>
          <a:stretch>
            <a:fillRect/>
          </a:stretch>
        </p:blipFill>
        <p:spPr>
          <a:xfrm>
            <a:off x="187325" y="639445"/>
            <a:ext cx="8808720" cy="43732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73" y="143985"/>
            <a:ext cx="4629300" cy="495352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Project Timeline :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4" name="Google Shape;165;p38"/>
          <p:cNvCxnSpPr/>
          <p:nvPr/>
        </p:nvCxnSpPr>
        <p:spPr>
          <a:xfrm>
            <a:off x="187105" y="602558"/>
            <a:ext cx="3054183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5" name="Picture 4" descr="Project Timeline"/>
          <p:cNvPicPr>
            <a:picLocks noChangeAspect="1"/>
          </p:cNvPicPr>
          <p:nvPr/>
        </p:nvPicPr>
        <p:blipFill>
          <a:blip r:embed="rId1"/>
          <a:srcRect t="21654"/>
          <a:stretch>
            <a:fillRect/>
          </a:stretch>
        </p:blipFill>
        <p:spPr>
          <a:xfrm>
            <a:off x="186690" y="639445"/>
            <a:ext cx="8811260" cy="43922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73" y="143985"/>
            <a:ext cx="4629300" cy="495352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Objective Key Results: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4" name="Google Shape;165;p38"/>
          <p:cNvCxnSpPr/>
          <p:nvPr/>
        </p:nvCxnSpPr>
        <p:spPr>
          <a:xfrm>
            <a:off x="187105" y="602558"/>
            <a:ext cx="373812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7" name="Picture 6" descr="A screenshot of a computer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325" y="639445"/>
            <a:ext cx="8807450" cy="44234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2"/>
          <p:cNvSpPr txBox="1">
            <a:spLocks noGrp="1"/>
          </p:cNvSpPr>
          <p:nvPr>
            <p:ph type="ctrTitle"/>
          </p:nvPr>
        </p:nvSpPr>
        <p:spPr>
          <a:xfrm>
            <a:off x="1701842" y="533457"/>
            <a:ext cx="5442900" cy="6114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Thank You</a:t>
            </a:r>
            <a:endParaRPr dirty="0"/>
          </a:p>
        </p:txBody>
      </p:sp>
      <p:pic>
        <p:nvPicPr>
          <p:cNvPr id="3" name="Picture 2" descr="A cartoon dog with sunglasses on a yellow surface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6310" y="1190858"/>
            <a:ext cx="2276733" cy="22339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</Words>
  <Application>WPS Spreadsheets</Application>
  <PresentationFormat>On-screen Show (16:9)</PresentationFormat>
  <Paragraphs>12</Paragraphs>
  <Slides>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7" baseType="lpstr">
      <vt:lpstr>Arial</vt:lpstr>
      <vt:lpstr>SimSun</vt:lpstr>
      <vt:lpstr>Wingdings</vt:lpstr>
      <vt:lpstr>Arial</vt:lpstr>
      <vt:lpstr>Montserrat ExtraBold</vt:lpstr>
      <vt:lpstr>Montserrat</vt:lpstr>
      <vt:lpstr>Montserrat ExtraLight</vt:lpstr>
      <vt:lpstr>Microsoft YaHei</vt:lpstr>
      <vt:lpstr>汉仪旗黑</vt:lpstr>
      <vt:lpstr>Arial Unicode MS</vt:lpstr>
      <vt:lpstr>汉仪书宋二KW</vt:lpstr>
      <vt:lpstr>Futuristic Background by Slidesgo</vt:lpstr>
      <vt:lpstr>COS6032-E Industry AI Project</vt:lpstr>
      <vt:lpstr>Project Charter :</vt:lpstr>
      <vt:lpstr>Project Timeline :</vt:lpstr>
      <vt:lpstr>Objective Key Results: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Diba Dabiransari</cp:lastModifiedBy>
  <cp:revision>2</cp:revision>
  <dcterms:created xsi:type="dcterms:W3CDTF">2025-10-28T09:20:42Z</dcterms:created>
  <dcterms:modified xsi:type="dcterms:W3CDTF">2025-10-28T09:20:42Z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E56E02581FA5505DEA8A0069C17D0211_42</vt:lpwstr>
  </property>
  <property fmtid="{D5CDD505-2E9C-101B-9397-08002B2CF9AE}" pid="3" name="KSOProductBuildVer">
    <vt:lpwstr>1033-6.11.0.8608</vt:lpwstr>
  </property>
</Properties>
</file>